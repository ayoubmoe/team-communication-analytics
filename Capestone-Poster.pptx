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31" r:id="rId1"/>
  </p:sldMasterIdLst>
  <p:notesMasterIdLst>
    <p:notesMasterId r:id="rId3"/>
  </p:notesMasterIdLst>
  <p:sldIdLst>
    <p:sldId id="260" r:id="rId2"/>
  </p:sldIdLst>
  <p:sldSz cx="43891200" cy="329184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5pPr>
    <a:lvl6pPr marL="2286000" algn="l" defTabSz="914400" rtl="0" eaLnBrk="1" latinLnBrk="0" hangingPunct="1">
      <a:defRPr kern="1200">
        <a:solidFill>
          <a:schemeClr val="tx1"/>
        </a:solidFill>
        <a:latin typeface="Corbel" panose="020B0503020204020204" pitchFamily="34" charset="0"/>
        <a:ea typeface="+mn-ea"/>
        <a:cs typeface="+mn-cs"/>
      </a:defRPr>
    </a:lvl6pPr>
    <a:lvl7pPr marL="2743200" algn="l" defTabSz="914400" rtl="0" eaLnBrk="1" latinLnBrk="0" hangingPunct="1">
      <a:defRPr kern="1200">
        <a:solidFill>
          <a:schemeClr val="tx1"/>
        </a:solidFill>
        <a:latin typeface="Corbel" panose="020B0503020204020204" pitchFamily="34" charset="0"/>
        <a:ea typeface="+mn-ea"/>
        <a:cs typeface="+mn-cs"/>
      </a:defRPr>
    </a:lvl7pPr>
    <a:lvl8pPr marL="3200400" algn="l" defTabSz="914400" rtl="0" eaLnBrk="1" latinLnBrk="0" hangingPunct="1">
      <a:defRPr kern="1200">
        <a:solidFill>
          <a:schemeClr val="tx1"/>
        </a:solidFill>
        <a:latin typeface="Corbel" panose="020B0503020204020204" pitchFamily="34" charset="0"/>
        <a:ea typeface="+mn-ea"/>
        <a:cs typeface="+mn-cs"/>
      </a:defRPr>
    </a:lvl8pPr>
    <a:lvl9pPr marL="3657600" algn="l" defTabSz="914400" rtl="0" eaLnBrk="1" latinLnBrk="0" hangingPunct="1">
      <a:defRPr kern="1200">
        <a:solidFill>
          <a:schemeClr val="tx1"/>
        </a:solidFill>
        <a:latin typeface="Corbel" panose="020B0503020204020204" pitchFamily="34"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7D15"/>
    <a:srgbClr val="DE741C"/>
    <a:srgbClr val="E89147"/>
    <a:srgbClr val="FFFFFF"/>
    <a:srgbClr val="FB4F14"/>
    <a:srgbClr val="F8F8F8"/>
    <a:srgbClr val="F9B07D"/>
    <a:srgbClr val="0054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4CA726-2361-45FA-BC04-25BA7E6C0F77}" v="7" dt="2025-12-02T01:16:01.744"/>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24" autoAdjust="0"/>
  </p:normalViewPr>
  <p:slideViewPr>
    <p:cSldViewPr snapToGrid="0">
      <p:cViewPr varScale="1">
        <p:scale>
          <a:sx n="20" d="100"/>
          <a:sy n="20" d="100"/>
        </p:scale>
        <p:origin x="1374" y="132"/>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 Jo Geise" userId="15fbea12-ee9b-436a-828e-8c6124cb14d5" providerId="ADAL" clId="{79EA4B7F-85EF-43E5-A7EE-9EB3CE5CB91B}"/>
    <pc:docChg chg="undo custSel modSld">
      <pc:chgData name="Mary Jo Geise" userId="15fbea12-ee9b-436a-828e-8c6124cb14d5" providerId="ADAL" clId="{79EA4B7F-85EF-43E5-A7EE-9EB3CE5CB91B}" dt="2025-12-02T01:16:01.744" v="14" actId="1035"/>
      <pc:docMkLst>
        <pc:docMk/>
      </pc:docMkLst>
      <pc:sldChg chg="modSp mod">
        <pc:chgData name="Mary Jo Geise" userId="15fbea12-ee9b-436a-828e-8c6124cb14d5" providerId="ADAL" clId="{79EA4B7F-85EF-43E5-A7EE-9EB3CE5CB91B}" dt="2025-12-02T01:16:01.744" v="14" actId="1035"/>
        <pc:sldMkLst>
          <pc:docMk/>
          <pc:sldMk cId="0" sldId="260"/>
        </pc:sldMkLst>
        <pc:spChg chg="mod">
          <ac:chgData name="Mary Jo Geise" userId="15fbea12-ee9b-436a-828e-8c6124cb14d5" providerId="ADAL" clId="{79EA4B7F-85EF-43E5-A7EE-9EB3CE5CB91B}" dt="2025-12-02T01:15:05.004" v="8" actId="1036"/>
          <ac:spMkLst>
            <pc:docMk/>
            <pc:sldMk cId="0" sldId="260"/>
            <ac:spMk id="4" creationId="{1AB17EA5-E1C1-CAB6-19F3-49AA59347F32}"/>
          </ac:spMkLst>
        </pc:spChg>
        <pc:spChg chg="mod">
          <ac:chgData name="Mary Jo Geise" userId="15fbea12-ee9b-436a-828e-8c6124cb14d5" providerId="ADAL" clId="{79EA4B7F-85EF-43E5-A7EE-9EB3CE5CB91B}" dt="2025-12-02T01:15:05.004" v="8" actId="1036"/>
          <ac:spMkLst>
            <pc:docMk/>
            <pc:sldMk cId="0" sldId="260"/>
            <ac:spMk id="8" creationId="{7B717561-395B-1678-B2D6-824A90EF3C2D}"/>
          </ac:spMkLst>
        </pc:spChg>
        <pc:spChg chg="mod">
          <ac:chgData name="Mary Jo Geise" userId="15fbea12-ee9b-436a-828e-8c6124cb14d5" providerId="ADAL" clId="{79EA4B7F-85EF-43E5-A7EE-9EB3CE5CB91B}" dt="2025-12-02T01:15:42.339" v="10" actId="1035"/>
          <ac:spMkLst>
            <pc:docMk/>
            <pc:sldMk cId="0" sldId="260"/>
            <ac:spMk id="67" creationId="{949A4629-80EF-CD6D-6AF6-CC751D67806D}"/>
          </ac:spMkLst>
        </pc:spChg>
        <pc:spChg chg="mod">
          <ac:chgData name="Mary Jo Geise" userId="15fbea12-ee9b-436a-828e-8c6124cb14d5" providerId="ADAL" clId="{79EA4B7F-85EF-43E5-A7EE-9EB3CE5CB91B}" dt="2025-12-02T01:14:36.422" v="5" actId="554"/>
          <ac:spMkLst>
            <pc:docMk/>
            <pc:sldMk cId="0" sldId="260"/>
            <ac:spMk id="95" creationId="{4A8AB6FA-DB53-25CD-6D64-E198F8AA0F9B}"/>
          </ac:spMkLst>
        </pc:spChg>
        <pc:spChg chg="mod">
          <ac:chgData name="Mary Jo Geise" userId="15fbea12-ee9b-436a-828e-8c6124cb14d5" providerId="ADAL" clId="{79EA4B7F-85EF-43E5-A7EE-9EB3CE5CB91B}" dt="2025-12-02T01:14:36.422" v="5" actId="554"/>
          <ac:spMkLst>
            <pc:docMk/>
            <pc:sldMk cId="0" sldId="260"/>
            <ac:spMk id="5127" creationId="{28C6F16C-1FD5-0C2D-68AE-63425DA38988}"/>
          </ac:spMkLst>
        </pc:spChg>
        <pc:spChg chg="mod">
          <ac:chgData name="Mary Jo Geise" userId="15fbea12-ee9b-436a-828e-8c6124cb14d5" providerId="ADAL" clId="{79EA4B7F-85EF-43E5-A7EE-9EB3CE5CB91B}" dt="2025-12-02T01:15:42.339" v="10" actId="1035"/>
          <ac:spMkLst>
            <pc:docMk/>
            <pc:sldMk cId="0" sldId="260"/>
            <ac:spMk id="5128" creationId="{0B56141D-7D0D-B3B8-186A-AF542231843E}"/>
          </ac:spMkLst>
        </pc:spChg>
        <pc:spChg chg="mod">
          <ac:chgData name="Mary Jo Geise" userId="15fbea12-ee9b-436a-828e-8c6124cb14d5" providerId="ADAL" clId="{79EA4B7F-85EF-43E5-A7EE-9EB3CE5CB91B}" dt="2025-12-02T01:14:36.422" v="5" actId="554"/>
          <ac:spMkLst>
            <pc:docMk/>
            <pc:sldMk cId="0" sldId="260"/>
            <ac:spMk id="5129" creationId="{11478C79-A7BA-B0E3-3B3A-C39449CED7CC}"/>
          </ac:spMkLst>
        </pc:spChg>
        <pc:spChg chg="mod">
          <ac:chgData name="Mary Jo Geise" userId="15fbea12-ee9b-436a-828e-8c6124cb14d5" providerId="ADAL" clId="{79EA4B7F-85EF-43E5-A7EE-9EB3CE5CB91B}" dt="2025-12-02T01:15:49.115" v="12" actId="1035"/>
          <ac:spMkLst>
            <pc:docMk/>
            <pc:sldMk cId="0" sldId="260"/>
            <ac:spMk id="5131" creationId="{623B8BEA-DFF2-4427-10BB-A2B808C771D9}"/>
          </ac:spMkLst>
        </pc:spChg>
        <pc:picChg chg="mod">
          <ac:chgData name="Mary Jo Geise" userId="15fbea12-ee9b-436a-828e-8c6124cb14d5" providerId="ADAL" clId="{79EA4B7F-85EF-43E5-A7EE-9EB3CE5CB91B}" dt="2025-12-02T01:14:47.435" v="6" actId="1036"/>
          <ac:picMkLst>
            <pc:docMk/>
            <pc:sldMk cId="0" sldId="260"/>
            <ac:picMk id="3" creationId="{DB442741-F8FB-9FAB-94F9-7723219A581D}"/>
          </ac:picMkLst>
        </pc:picChg>
        <pc:picChg chg="mod">
          <ac:chgData name="Mary Jo Geise" userId="15fbea12-ee9b-436a-828e-8c6124cb14d5" providerId="ADAL" clId="{79EA4B7F-85EF-43E5-A7EE-9EB3CE5CB91B}" dt="2025-12-02T01:14:47.435" v="6" actId="1036"/>
          <ac:picMkLst>
            <pc:docMk/>
            <pc:sldMk cId="0" sldId="260"/>
            <ac:picMk id="9" creationId="{706F8B50-2965-E75A-4D84-CD28FE6BAE05}"/>
          </ac:picMkLst>
        </pc:picChg>
        <pc:picChg chg="mod">
          <ac:chgData name="Mary Jo Geise" userId="15fbea12-ee9b-436a-828e-8c6124cb14d5" providerId="ADAL" clId="{79EA4B7F-85EF-43E5-A7EE-9EB3CE5CB91B}" dt="2025-12-02T01:16:01.744" v="14" actId="1035"/>
          <ac:picMkLst>
            <pc:docMk/>
            <pc:sldMk cId="0" sldId="260"/>
            <ac:picMk id="5132" creationId="{24F5E8C6-8FE3-54DD-440F-99927C6DCC7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6EECB9-B06D-457D-B25F-E32B4D223F6B}" type="datetimeFigureOut">
              <a:rPr lang="en-US" smtClean="0"/>
              <a:t>12/1/2025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5AFC2A-D884-4441-96DE-A6C064486890}" type="slidenum">
              <a:rPr lang="en-US" smtClean="0"/>
              <a:t>‹#›</a:t>
            </a:fld>
            <a:endParaRPr lang="en-US"/>
          </a:p>
        </p:txBody>
      </p:sp>
    </p:spTree>
    <p:extLst>
      <p:ext uri="{BB962C8B-B14F-4D97-AF65-F5344CB8AC3E}">
        <p14:creationId xmlns:p14="http://schemas.microsoft.com/office/powerpoint/2010/main" val="2808677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5AFC2A-D884-4441-96DE-A6C064486890}" type="slidenum">
              <a:rPr lang="en-US" smtClean="0"/>
              <a:t>1</a:t>
            </a:fld>
            <a:endParaRPr lang="en-US"/>
          </a:p>
        </p:txBody>
      </p:sp>
    </p:spTree>
    <p:extLst>
      <p:ext uri="{BB962C8B-B14F-4D97-AF65-F5344CB8AC3E}">
        <p14:creationId xmlns:p14="http://schemas.microsoft.com/office/powerpoint/2010/main" val="1759966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B60197-D95B-91A0-EF9A-A0C3145CB0FA}"/>
              </a:ext>
            </a:extLst>
          </p:cNvPr>
          <p:cNvSpPr/>
          <p:nvPr/>
        </p:nvSpPr>
        <p:spPr>
          <a:xfrm>
            <a:off x="0" y="3657600"/>
            <a:ext cx="32910463" cy="2560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CFCC0758-3185-676E-7018-79DB67B589BA}"/>
              </a:ext>
            </a:extLst>
          </p:cNvPr>
          <p:cNvSpPr/>
          <p:nvPr/>
        </p:nvSpPr>
        <p:spPr>
          <a:xfrm>
            <a:off x="33372425" y="3657600"/>
            <a:ext cx="10531475" cy="25603200"/>
          </a:xfrm>
          <a:prstGeom prst="rect">
            <a:avLst/>
          </a:prstGeom>
          <a:solidFill>
            <a:srgbClr val="C3C3C3">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851453" y="6232551"/>
            <a:ext cx="26334720" cy="15625267"/>
          </a:xfrm>
        </p:spPr>
        <p:txBody>
          <a:bodyPr anchor="b"/>
          <a:lstStyle>
            <a:lvl1pPr algn="l">
              <a:defRPr sz="25920" spc="-48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3960053" y="22417181"/>
            <a:ext cx="26334720" cy="4389120"/>
          </a:xfrm>
        </p:spPr>
        <p:txBody>
          <a:bodyPr anchor="t"/>
          <a:lstStyle>
            <a:lvl1pPr marL="0" indent="0" algn="l">
              <a:buNone/>
              <a:defRPr sz="9600" cap="none" spc="0" baseline="0">
                <a:solidFill>
                  <a:schemeClr val="accent1">
                    <a:lumMod val="20000"/>
                    <a:lumOff val="80000"/>
                  </a:schemeClr>
                </a:solidFill>
              </a:defRPr>
            </a:lvl1pPr>
            <a:lvl2pPr marL="2194560" indent="0" algn="ctr">
              <a:buNone/>
              <a:defRPr sz="9600"/>
            </a:lvl2pPr>
            <a:lvl3pPr marL="4389120" indent="0" algn="ctr">
              <a:buNone/>
              <a:defRPr sz="9600"/>
            </a:lvl3pPr>
            <a:lvl4pPr marL="6583680" indent="0" algn="ctr">
              <a:buNone/>
              <a:defRPr sz="9600"/>
            </a:lvl4pPr>
            <a:lvl5pPr marL="8778240" indent="0" algn="ctr">
              <a:buNone/>
              <a:defRPr sz="9600"/>
            </a:lvl5pPr>
            <a:lvl6pPr marL="10972800" indent="0" algn="ctr">
              <a:buNone/>
              <a:defRPr sz="9600"/>
            </a:lvl6pPr>
            <a:lvl7pPr marL="13167360" indent="0" algn="ctr">
              <a:buNone/>
              <a:defRPr sz="9600"/>
            </a:lvl7pPr>
            <a:lvl8pPr marL="15361920" indent="0" algn="ctr">
              <a:buNone/>
              <a:defRPr sz="9600"/>
            </a:lvl8pPr>
            <a:lvl9pPr marL="17556480" indent="0" algn="ctr">
              <a:buNone/>
              <a:defRPr sz="9600"/>
            </a:lvl9pPr>
          </a:lstStyle>
          <a:p>
            <a:r>
              <a:rPr lang="en-US"/>
              <a:t>Click to edit Master subtitle style</a:t>
            </a:r>
          </a:p>
        </p:txBody>
      </p:sp>
      <p:sp>
        <p:nvSpPr>
          <p:cNvPr id="6" name="Date Placeholder 3">
            <a:extLst>
              <a:ext uri="{FF2B5EF4-FFF2-40B4-BE49-F238E27FC236}">
                <a16:creationId xmlns:a16="http://schemas.microsoft.com/office/drawing/2014/main" id="{24E81A02-4578-4FB8-6BDA-F831C98A84F4}"/>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8568E3B6-F7C1-761A-196B-0DD7A60029B2}"/>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5AAC3C3F-857B-04F2-0C6B-4169188AF604}"/>
              </a:ext>
            </a:extLst>
          </p:cNvPr>
          <p:cNvSpPr>
            <a:spLocks noGrp="1"/>
          </p:cNvSpPr>
          <p:nvPr>
            <p:ph type="sldNum" sz="quarter" idx="12"/>
          </p:nvPr>
        </p:nvSpPr>
        <p:spPr/>
        <p:txBody>
          <a:bodyPr/>
          <a:lstStyle>
            <a:lvl1pPr>
              <a:defRPr/>
            </a:lvl1pPr>
          </a:lstStyle>
          <a:p>
            <a:fld id="{8730AA48-DF2C-43C4-B117-98262AA4D2C0}" type="slidenum">
              <a:rPr lang="en-US" altLang="en-US"/>
              <a:pPr/>
              <a:t>‹#›</a:t>
            </a:fld>
            <a:endParaRPr lang="en-US" altLang="en-US"/>
          </a:p>
        </p:txBody>
      </p:sp>
    </p:spTree>
    <p:extLst>
      <p:ext uri="{BB962C8B-B14F-4D97-AF65-F5344CB8AC3E}">
        <p14:creationId xmlns:p14="http://schemas.microsoft.com/office/powerpoint/2010/main" val="3103640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9E0405-B5ED-A931-1DC1-674B12E5B939}"/>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9E2B0CA9-7998-4B40-B474-B12DFA3DEF5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7656512-4E61-68D4-7CC4-4E1994B9EC32}"/>
              </a:ext>
            </a:extLst>
          </p:cNvPr>
          <p:cNvSpPr>
            <a:spLocks noGrp="1"/>
          </p:cNvSpPr>
          <p:nvPr>
            <p:ph type="sldNum" sz="quarter" idx="12"/>
          </p:nvPr>
        </p:nvSpPr>
        <p:spPr/>
        <p:txBody>
          <a:bodyPr/>
          <a:lstStyle>
            <a:lvl1pPr>
              <a:defRPr/>
            </a:lvl1pPr>
          </a:lstStyle>
          <a:p>
            <a:fld id="{E633C1A3-D84E-4CCD-A3BC-ADD7F60E4C17}" type="slidenum">
              <a:rPr lang="en-US" altLang="en-US"/>
              <a:pPr/>
              <a:t>‹#›</a:t>
            </a:fld>
            <a:endParaRPr lang="en-US" altLang="en-US"/>
          </a:p>
        </p:txBody>
      </p:sp>
    </p:spTree>
    <p:extLst>
      <p:ext uri="{BB962C8B-B14F-4D97-AF65-F5344CB8AC3E}">
        <p14:creationId xmlns:p14="http://schemas.microsoft.com/office/powerpoint/2010/main" val="4249079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924483" y="6232551"/>
            <a:ext cx="26334720" cy="15625267"/>
          </a:xfrm>
        </p:spPr>
        <p:txBody>
          <a:bodyPr anchor="b"/>
          <a:lstStyle>
            <a:lvl1pPr>
              <a:defRPr sz="25920" b="0" spc="-48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13990320" y="22428403"/>
            <a:ext cx="26334720" cy="4389120"/>
          </a:xfrm>
        </p:spPr>
        <p:txBody>
          <a:bodyPr anchor="t"/>
          <a:lstStyle>
            <a:lvl1pPr marL="0" indent="0">
              <a:buNone/>
              <a:defRPr sz="9600" cap="none" spc="0" baseline="0">
                <a:solidFill>
                  <a:schemeClr val="tx1">
                    <a:lumMod val="65000"/>
                    <a:lumOff val="3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A75FD98-6056-0270-19F5-7B5BD49021C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81A4617-9914-D5E2-E395-1274F48B553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CA2AB5D-5EBC-EE4C-B876-6A5C4B526E83}"/>
              </a:ext>
            </a:extLst>
          </p:cNvPr>
          <p:cNvSpPr>
            <a:spLocks noGrp="1"/>
          </p:cNvSpPr>
          <p:nvPr>
            <p:ph type="sldNum" sz="quarter" idx="12"/>
          </p:nvPr>
        </p:nvSpPr>
        <p:spPr/>
        <p:txBody>
          <a:bodyPr/>
          <a:lstStyle>
            <a:lvl1pPr>
              <a:defRPr/>
            </a:lvl1pPr>
          </a:lstStyle>
          <a:p>
            <a:fld id="{1718F8FA-F5C7-414E-B2B3-E15130B970DD}" type="slidenum">
              <a:rPr lang="en-US" altLang="en-US"/>
              <a:pPr/>
              <a:t>‹#›</a:t>
            </a:fld>
            <a:endParaRPr lang="en-US" altLang="en-US"/>
          </a:p>
        </p:txBody>
      </p:sp>
    </p:spTree>
    <p:extLst>
      <p:ext uri="{BB962C8B-B14F-4D97-AF65-F5344CB8AC3E}">
        <p14:creationId xmlns:p14="http://schemas.microsoft.com/office/powerpoint/2010/main" val="1022759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924483" y="4169664"/>
            <a:ext cx="12508992" cy="24579072"/>
          </a:xfrm>
        </p:spPr>
        <p:txBody>
          <a:bodyPr/>
          <a:lstStyle>
            <a:lvl1pPr>
              <a:defRPr sz="9120"/>
            </a:lvl1pPr>
            <a:lvl2pPr>
              <a:defRPr sz="8160"/>
            </a:lvl2pPr>
            <a:lvl3pPr>
              <a:defRPr sz="7200"/>
            </a:lvl3pPr>
            <a:lvl4pPr>
              <a:defRPr sz="6240"/>
            </a:lvl4pPr>
            <a:lvl5pPr>
              <a:defRPr sz="6240"/>
            </a:lvl5pPr>
            <a:lvl6pPr>
              <a:defRPr sz="6240"/>
            </a:lvl6pPr>
            <a:lvl7pPr>
              <a:defRPr sz="6240"/>
            </a:lvl7pPr>
            <a:lvl8pPr>
              <a:defRPr sz="6240"/>
            </a:lvl8pPr>
            <a:lvl9pPr>
              <a:defRPr sz="62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8145232" y="4169664"/>
            <a:ext cx="12508992" cy="24579072"/>
          </a:xfrm>
        </p:spPr>
        <p:txBody>
          <a:bodyPr/>
          <a:lstStyle>
            <a:lvl1pPr>
              <a:defRPr sz="9120"/>
            </a:lvl1pPr>
            <a:lvl2pPr>
              <a:defRPr sz="8160"/>
            </a:lvl2pPr>
            <a:lvl3pPr>
              <a:defRPr sz="7200"/>
            </a:lvl3pPr>
            <a:lvl4pPr>
              <a:defRPr sz="6240"/>
            </a:lvl4pPr>
            <a:lvl5pPr>
              <a:defRPr sz="6240"/>
            </a:lvl5pPr>
            <a:lvl6pPr>
              <a:defRPr sz="6240"/>
            </a:lvl6pPr>
            <a:lvl7pPr>
              <a:defRPr sz="6240"/>
            </a:lvl7pPr>
            <a:lvl8pPr>
              <a:defRPr sz="6240"/>
            </a:lvl8pPr>
            <a:lvl9pPr>
              <a:defRPr sz="62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0813C3AC-5F19-20F8-0D05-F82CE77D196F}"/>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863E0062-AE3C-D134-77B2-CC75BD60F61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71D0860-8B01-D55E-9E95-21F1B1B02C1E}"/>
              </a:ext>
            </a:extLst>
          </p:cNvPr>
          <p:cNvSpPr>
            <a:spLocks noGrp="1"/>
          </p:cNvSpPr>
          <p:nvPr>
            <p:ph type="sldNum" sz="quarter" idx="12"/>
          </p:nvPr>
        </p:nvSpPr>
        <p:spPr/>
        <p:txBody>
          <a:bodyPr/>
          <a:lstStyle>
            <a:lvl1pPr>
              <a:defRPr/>
            </a:lvl1pPr>
          </a:lstStyle>
          <a:p>
            <a:fld id="{5DA8A942-A299-4547-B2C5-CEE1D613F304}" type="slidenum">
              <a:rPr lang="en-US" altLang="en-US"/>
              <a:pPr/>
              <a:t>‹#›</a:t>
            </a:fld>
            <a:endParaRPr lang="en-US" altLang="en-US"/>
          </a:p>
        </p:txBody>
      </p:sp>
    </p:spTree>
    <p:extLst>
      <p:ext uri="{BB962C8B-B14F-4D97-AF65-F5344CB8AC3E}">
        <p14:creationId xmlns:p14="http://schemas.microsoft.com/office/powerpoint/2010/main" val="3257621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3924483" y="4913213"/>
            <a:ext cx="12508992" cy="3877056"/>
          </a:xfrm>
        </p:spPr>
        <p:txBody>
          <a:bodyPr anchor="b"/>
          <a:lstStyle>
            <a:lvl1pPr marL="0" indent="0">
              <a:spcBef>
                <a:spcPts val="0"/>
              </a:spcBef>
              <a:buNone/>
              <a:defRPr sz="9120" b="1">
                <a:solidFill>
                  <a:schemeClr val="tx1">
                    <a:lumMod val="65000"/>
                    <a:lumOff val="35000"/>
                  </a:schemeClr>
                </a:solidFill>
              </a:defRPr>
            </a:lvl1pPr>
            <a:lvl2pPr marL="2194560" indent="0">
              <a:buNone/>
              <a:defRPr sz="912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13924483" y="9268493"/>
            <a:ext cx="12508992" cy="19312128"/>
          </a:xfrm>
        </p:spPr>
        <p:txBody>
          <a:bodyPr/>
          <a:lstStyle>
            <a:lvl1pPr>
              <a:defRPr sz="9120"/>
            </a:lvl1pPr>
            <a:lvl2pPr>
              <a:defRPr sz="8160"/>
            </a:lvl2pPr>
            <a:lvl3pPr>
              <a:defRPr sz="7200"/>
            </a:lvl3pPr>
            <a:lvl4pPr>
              <a:defRPr sz="6240"/>
            </a:lvl4pPr>
            <a:lvl5pPr>
              <a:defRPr sz="6240"/>
            </a:lvl5pPr>
            <a:lvl6pPr>
              <a:defRPr sz="6240"/>
            </a:lvl6pPr>
            <a:lvl7pPr>
              <a:defRPr sz="6240"/>
            </a:lvl7pPr>
            <a:lvl8pPr>
              <a:defRPr sz="6240"/>
            </a:lvl8pPr>
            <a:lvl9pPr>
              <a:defRPr sz="62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8146466" y="4913220"/>
            <a:ext cx="12508992" cy="3903221"/>
          </a:xfrm>
        </p:spPr>
        <p:txBody>
          <a:bodyPr anchor="b"/>
          <a:lstStyle>
            <a:lvl1pPr marL="0" indent="0">
              <a:spcBef>
                <a:spcPts val="0"/>
              </a:spcBef>
              <a:buNone/>
              <a:defRPr sz="9120" b="1">
                <a:solidFill>
                  <a:schemeClr val="tx1">
                    <a:lumMod val="65000"/>
                    <a:lumOff val="35000"/>
                  </a:schemeClr>
                </a:solidFill>
              </a:defRPr>
            </a:lvl1pPr>
            <a:lvl2pPr marL="2194560" indent="0">
              <a:buNone/>
              <a:defRPr sz="912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8146466" y="9268493"/>
            <a:ext cx="12508992" cy="19312128"/>
          </a:xfrm>
        </p:spPr>
        <p:txBody>
          <a:bodyPr/>
          <a:lstStyle>
            <a:lvl1pPr>
              <a:defRPr sz="9120"/>
            </a:lvl1pPr>
            <a:lvl2pPr>
              <a:defRPr sz="8160"/>
            </a:lvl2pPr>
            <a:lvl3pPr>
              <a:defRPr sz="7200"/>
            </a:lvl3pPr>
            <a:lvl4pPr>
              <a:defRPr sz="6240"/>
            </a:lvl4pPr>
            <a:lvl5pPr>
              <a:defRPr sz="6240"/>
            </a:lvl5pPr>
            <a:lvl6pPr>
              <a:defRPr sz="6240"/>
            </a:lvl6pPr>
            <a:lvl7pPr>
              <a:defRPr sz="6240"/>
            </a:lvl7pPr>
            <a:lvl8pPr>
              <a:defRPr sz="6240"/>
            </a:lvl8pPr>
            <a:lvl9pPr>
              <a:defRPr sz="62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3">
            <a:extLst>
              <a:ext uri="{FF2B5EF4-FFF2-40B4-BE49-F238E27FC236}">
                <a16:creationId xmlns:a16="http://schemas.microsoft.com/office/drawing/2014/main" id="{5179CC05-1B16-3DB5-5A94-011F9E8E25B8}"/>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E6856FA0-1ED3-4006-7E5E-CFE31508B5B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008F8839-171E-6949-983E-A50C3A6C7DD6}"/>
              </a:ext>
            </a:extLst>
          </p:cNvPr>
          <p:cNvSpPr>
            <a:spLocks noGrp="1"/>
          </p:cNvSpPr>
          <p:nvPr>
            <p:ph type="sldNum" sz="quarter" idx="12"/>
          </p:nvPr>
        </p:nvSpPr>
        <p:spPr/>
        <p:txBody>
          <a:bodyPr/>
          <a:lstStyle>
            <a:lvl1pPr>
              <a:defRPr/>
            </a:lvl1pPr>
          </a:lstStyle>
          <a:p>
            <a:fld id="{E6C69B44-D4F5-4E91-AB09-049153F7E2F1}" type="slidenum">
              <a:rPr lang="en-US" altLang="en-US"/>
              <a:pPr/>
              <a:t>‹#›</a:t>
            </a:fld>
            <a:endParaRPr lang="en-US" altLang="en-US"/>
          </a:p>
        </p:txBody>
      </p:sp>
    </p:spTree>
    <p:extLst>
      <p:ext uri="{BB962C8B-B14F-4D97-AF65-F5344CB8AC3E}">
        <p14:creationId xmlns:p14="http://schemas.microsoft.com/office/powerpoint/2010/main" val="732736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3">
            <a:extLst>
              <a:ext uri="{FF2B5EF4-FFF2-40B4-BE49-F238E27FC236}">
                <a16:creationId xmlns:a16="http://schemas.microsoft.com/office/drawing/2014/main" id="{9D2AFF36-7162-79E0-2E73-762AB6E572F3}"/>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AE8EFB69-84EB-C019-2230-FA3DE218BD2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9EA9367-115B-097E-D222-64E05BE8400E}"/>
              </a:ext>
            </a:extLst>
          </p:cNvPr>
          <p:cNvSpPr>
            <a:spLocks noGrp="1"/>
          </p:cNvSpPr>
          <p:nvPr>
            <p:ph type="sldNum" sz="quarter" idx="12"/>
          </p:nvPr>
        </p:nvSpPr>
        <p:spPr/>
        <p:txBody>
          <a:bodyPr/>
          <a:lstStyle>
            <a:lvl1pPr>
              <a:defRPr/>
            </a:lvl1pPr>
          </a:lstStyle>
          <a:p>
            <a:fld id="{592116D7-7274-4312-A3BF-262B4662223D}" type="slidenum">
              <a:rPr lang="en-US" altLang="en-US"/>
              <a:pPr/>
              <a:t>‹#›</a:t>
            </a:fld>
            <a:endParaRPr lang="en-US" altLang="en-US"/>
          </a:p>
        </p:txBody>
      </p:sp>
    </p:spTree>
    <p:extLst>
      <p:ext uri="{BB962C8B-B14F-4D97-AF65-F5344CB8AC3E}">
        <p14:creationId xmlns:p14="http://schemas.microsoft.com/office/powerpoint/2010/main" val="3213677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4">
            <a:extLst>
              <a:ext uri="{FF2B5EF4-FFF2-40B4-BE49-F238E27FC236}">
                <a16:creationId xmlns:a16="http://schemas.microsoft.com/office/drawing/2014/main" id="{ED28BA9A-01F6-8E66-AD74-B92929E19435}"/>
              </a:ext>
            </a:extLst>
          </p:cNvPr>
          <p:cNvSpPr>
            <a:spLocks noGrp="1"/>
          </p:cNvSpPr>
          <p:nvPr>
            <p:ph type="dt" sz="half" idx="10"/>
          </p:nvPr>
        </p:nvSpPr>
        <p:spPr/>
        <p:txBody>
          <a:bodyPr/>
          <a:lstStyle>
            <a:lvl1pPr>
              <a:defRPr/>
            </a:lvl1pPr>
          </a:lstStyle>
          <a:p>
            <a:pPr>
              <a:defRPr/>
            </a:pPr>
            <a:endParaRPr lang="en-US"/>
          </a:p>
        </p:txBody>
      </p:sp>
      <p:sp>
        <p:nvSpPr>
          <p:cNvPr id="3" name="Footer Placeholder 5">
            <a:extLst>
              <a:ext uri="{FF2B5EF4-FFF2-40B4-BE49-F238E27FC236}">
                <a16:creationId xmlns:a16="http://schemas.microsoft.com/office/drawing/2014/main" id="{A879A41F-D8B3-44A3-E18B-81EC23A1C1B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6">
            <a:extLst>
              <a:ext uri="{FF2B5EF4-FFF2-40B4-BE49-F238E27FC236}">
                <a16:creationId xmlns:a16="http://schemas.microsoft.com/office/drawing/2014/main" id="{A91C3E49-C5A8-E691-D4CA-1AD575396961}"/>
              </a:ext>
            </a:extLst>
          </p:cNvPr>
          <p:cNvSpPr>
            <a:spLocks noGrp="1"/>
          </p:cNvSpPr>
          <p:nvPr>
            <p:ph type="sldNum" sz="quarter" idx="12"/>
          </p:nvPr>
        </p:nvSpPr>
        <p:spPr/>
        <p:txBody>
          <a:bodyPr/>
          <a:lstStyle>
            <a:lvl1pPr>
              <a:defRPr/>
            </a:lvl1pPr>
          </a:lstStyle>
          <a:p>
            <a:fld id="{69B6D711-D94C-41A6-BC79-21514601FD20}" type="slidenum">
              <a:rPr lang="en-US" altLang="en-US"/>
              <a:pPr/>
              <a:t>‹#›</a:t>
            </a:fld>
            <a:endParaRPr lang="en-US" altLang="en-US"/>
          </a:p>
        </p:txBody>
      </p:sp>
    </p:spTree>
    <p:extLst>
      <p:ext uri="{BB962C8B-B14F-4D97-AF65-F5344CB8AC3E}">
        <p14:creationId xmlns:p14="http://schemas.microsoft.com/office/powerpoint/2010/main" val="1513490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21715" y="5486400"/>
            <a:ext cx="10204704" cy="10533888"/>
          </a:xfrm>
        </p:spPr>
        <p:txBody>
          <a:bodyPr anchor="b"/>
          <a:lstStyle>
            <a:lvl1pPr>
              <a:defRPr sz="13440" b="0" baseline="0"/>
            </a:lvl1pPr>
          </a:lstStyle>
          <a:p>
            <a:r>
              <a:rPr lang="en-US"/>
              <a:t>Click to edit Master title style</a:t>
            </a:r>
          </a:p>
        </p:txBody>
      </p:sp>
      <p:sp>
        <p:nvSpPr>
          <p:cNvPr id="3" name="Content Placeholder 2"/>
          <p:cNvSpPr>
            <a:spLocks noGrp="1"/>
          </p:cNvSpPr>
          <p:nvPr>
            <p:ph idx="1"/>
          </p:nvPr>
        </p:nvSpPr>
        <p:spPr>
          <a:xfrm>
            <a:off x="13924483" y="4169664"/>
            <a:ext cx="26334720" cy="24579072"/>
          </a:xfrm>
        </p:spPr>
        <p:txBody>
          <a:bodyPr/>
          <a:lstStyle>
            <a:lvl1pPr>
              <a:defRPr sz="9600"/>
            </a:lvl1pPr>
            <a:lvl2pPr>
              <a:defRPr sz="8640"/>
            </a:lvl2pPr>
            <a:lvl3pPr>
              <a:defRPr sz="7680"/>
            </a:lvl3pPr>
            <a:lvl4pPr>
              <a:defRPr sz="6720"/>
            </a:lvl4pPr>
            <a:lvl5pPr>
              <a:defRPr sz="6720"/>
            </a:lvl5pPr>
            <a:lvl6pPr>
              <a:defRPr sz="6720"/>
            </a:lvl6pPr>
            <a:lvl7pPr>
              <a:defRPr sz="6720"/>
            </a:lvl7pPr>
            <a:lvl8pPr>
              <a:defRPr sz="6720"/>
            </a:lvl8pPr>
            <a:lvl9pPr>
              <a:defRPr sz="672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21715" y="16020288"/>
            <a:ext cx="10204704" cy="12289536"/>
          </a:xfrm>
        </p:spPr>
        <p:txBody>
          <a:bodyPr anchor="t"/>
          <a:lstStyle>
            <a:lvl1pPr marL="0" indent="0">
              <a:lnSpc>
                <a:spcPct val="100000"/>
              </a:lnSpc>
              <a:spcBef>
                <a:spcPts val="3840"/>
              </a:spcBef>
              <a:buNone/>
              <a:defRPr sz="6000">
                <a:solidFill>
                  <a:srgbClr val="FFFFFF"/>
                </a:solidFill>
              </a:defRPr>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Edit Master text styles</a:t>
            </a:r>
          </a:p>
        </p:txBody>
      </p:sp>
      <p:sp>
        <p:nvSpPr>
          <p:cNvPr id="5" name="Date Placeholder 3">
            <a:extLst>
              <a:ext uri="{FF2B5EF4-FFF2-40B4-BE49-F238E27FC236}">
                <a16:creationId xmlns:a16="http://schemas.microsoft.com/office/drawing/2014/main" id="{B2122B59-256D-56BF-60CF-286D80BD9346}"/>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F373C1AB-A354-8320-3DF5-FD6D48CE67A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6BE6191-6D7E-CB72-3847-4E88A98E3CFD}"/>
              </a:ext>
            </a:extLst>
          </p:cNvPr>
          <p:cNvSpPr>
            <a:spLocks noGrp="1"/>
          </p:cNvSpPr>
          <p:nvPr>
            <p:ph type="sldNum" sz="quarter" idx="12"/>
          </p:nvPr>
        </p:nvSpPr>
        <p:spPr/>
        <p:txBody>
          <a:bodyPr/>
          <a:lstStyle>
            <a:lvl1pPr>
              <a:defRPr/>
            </a:lvl1pPr>
          </a:lstStyle>
          <a:p>
            <a:fld id="{671F0098-6AA3-49A1-B46D-042E8573723E}" type="slidenum">
              <a:rPr lang="en-US" altLang="en-US"/>
              <a:pPr/>
              <a:t>‹#›</a:t>
            </a:fld>
            <a:endParaRPr lang="en-US" altLang="en-US"/>
          </a:p>
        </p:txBody>
      </p:sp>
    </p:spTree>
    <p:extLst>
      <p:ext uri="{BB962C8B-B14F-4D97-AF65-F5344CB8AC3E}">
        <p14:creationId xmlns:p14="http://schemas.microsoft.com/office/powerpoint/2010/main" val="35634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21715" y="5486400"/>
            <a:ext cx="10204704" cy="10533888"/>
          </a:xfrm>
        </p:spPr>
        <p:txBody>
          <a:bodyPr anchor="b"/>
          <a:lstStyle>
            <a:lvl1pPr>
              <a:defRPr sz="13440" b="0"/>
            </a:lvl1pPr>
          </a:lstStyle>
          <a:p>
            <a:r>
              <a:rPr lang="en-US"/>
              <a:t>Click to edit Master title style</a:t>
            </a:r>
          </a:p>
        </p:txBody>
      </p:sp>
      <p:sp>
        <p:nvSpPr>
          <p:cNvPr id="3" name="Picture Placeholder 2"/>
          <p:cNvSpPr>
            <a:spLocks noGrp="1" noChangeAspect="1"/>
          </p:cNvSpPr>
          <p:nvPr>
            <p:ph type="pic" idx="1"/>
          </p:nvPr>
        </p:nvSpPr>
        <p:spPr>
          <a:xfrm>
            <a:off x="12854321" y="3683611"/>
            <a:ext cx="29214830" cy="25588570"/>
          </a:xfrm>
          <a:solidFill>
            <a:schemeClr val="bg1">
              <a:lumMod val="75000"/>
            </a:schemeClr>
          </a:solidFill>
        </p:spPr>
        <p:txBody>
          <a:bodyPr rtlCol="0" anchor="t">
            <a:normAutofit/>
          </a:bodyPr>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pPr lvl="0"/>
            <a:r>
              <a:rPr lang="en-US" noProof="0"/>
              <a:t>Click icon to add picture</a:t>
            </a:r>
          </a:p>
        </p:txBody>
      </p:sp>
      <p:sp>
        <p:nvSpPr>
          <p:cNvPr id="4" name="Text Placeholder 3"/>
          <p:cNvSpPr>
            <a:spLocks noGrp="1"/>
          </p:cNvSpPr>
          <p:nvPr>
            <p:ph type="body" sz="half" idx="2"/>
          </p:nvPr>
        </p:nvSpPr>
        <p:spPr>
          <a:xfrm>
            <a:off x="921715" y="16034890"/>
            <a:ext cx="10204704" cy="12289536"/>
          </a:xfrm>
        </p:spPr>
        <p:txBody>
          <a:bodyPr anchor="t"/>
          <a:lstStyle>
            <a:lvl1pPr marL="0" indent="0">
              <a:lnSpc>
                <a:spcPct val="100000"/>
              </a:lnSpc>
              <a:spcBef>
                <a:spcPts val="3840"/>
              </a:spcBef>
              <a:buNone/>
              <a:defRPr sz="6000">
                <a:solidFill>
                  <a:srgbClr val="FFFFFF"/>
                </a:solidFill>
              </a:defRPr>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Edit Master text styles</a:t>
            </a:r>
          </a:p>
        </p:txBody>
      </p:sp>
      <p:sp>
        <p:nvSpPr>
          <p:cNvPr id="5" name="Date Placeholder 7">
            <a:extLst>
              <a:ext uri="{FF2B5EF4-FFF2-40B4-BE49-F238E27FC236}">
                <a16:creationId xmlns:a16="http://schemas.microsoft.com/office/drawing/2014/main" id="{7B6388D0-533A-5F91-B90E-8C6EDCFECCD5}"/>
              </a:ext>
            </a:extLst>
          </p:cNvPr>
          <p:cNvSpPr>
            <a:spLocks noGrp="1"/>
          </p:cNvSpPr>
          <p:nvPr>
            <p:ph type="dt" sz="half" idx="10"/>
          </p:nvPr>
        </p:nvSpPr>
        <p:spPr/>
        <p:txBody>
          <a:bodyPr/>
          <a:lstStyle>
            <a:lvl1pPr>
              <a:defRPr/>
            </a:lvl1pPr>
          </a:lstStyle>
          <a:p>
            <a:pPr>
              <a:defRPr/>
            </a:pPr>
            <a:endParaRPr lang="en-US"/>
          </a:p>
        </p:txBody>
      </p:sp>
      <p:sp>
        <p:nvSpPr>
          <p:cNvPr id="6" name="Footer Placeholder 8">
            <a:extLst>
              <a:ext uri="{FF2B5EF4-FFF2-40B4-BE49-F238E27FC236}">
                <a16:creationId xmlns:a16="http://schemas.microsoft.com/office/drawing/2014/main" id="{3A47E972-9CE5-B25F-5F4C-32A18E991FA2}"/>
              </a:ext>
            </a:extLst>
          </p:cNvPr>
          <p:cNvSpPr>
            <a:spLocks noGrp="1"/>
          </p:cNvSpPr>
          <p:nvPr>
            <p:ph type="ftr" sz="quarter" idx="11"/>
          </p:nvPr>
        </p:nvSpPr>
        <p:spPr>
          <a:xfrm>
            <a:off x="12596813" y="30510163"/>
            <a:ext cx="21282025" cy="1752600"/>
          </a:xfrm>
        </p:spPr>
        <p:txBody>
          <a:bodyPr/>
          <a:lstStyle>
            <a:lvl1pPr>
              <a:defRPr/>
            </a:lvl1pPr>
          </a:lstStyle>
          <a:p>
            <a:pPr>
              <a:defRPr/>
            </a:pPr>
            <a:endParaRPr lang="en-US"/>
          </a:p>
        </p:txBody>
      </p:sp>
      <p:sp>
        <p:nvSpPr>
          <p:cNvPr id="7" name="Slide Number Placeholder 9">
            <a:extLst>
              <a:ext uri="{FF2B5EF4-FFF2-40B4-BE49-F238E27FC236}">
                <a16:creationId xmlns:a16="http://schemas.microsoft.com/office/drawing/2014/main" id="{93C2D25C-3591-1C72-362A-AE3151F84856}"/>
              </a:ext>
            </a:extLst>
          </p:cNvPr>
          <p:cNvSpPr>
            <a:spLocks noGrp="1"/>
          </p:cNvSpPr>
          <p:nvPr>
            <p:ph type="sldNum" sz="quarter" idx="12"/>
          </p:nvPr>
        </p:nvSpPr>
        <p:spPr/>
        <p:txBody>
          <a:bodyPr/>
          <a:lstStyle>
            <a:lvl1pPr>
              <a:defRPr/>
            </a:lvl1pPr>
          </a:lstStyle>
          <a:p>
            <a:fld id="{90ACD355-8ED5-4935-A8D6-818C7B2DFD33}" type="slidenum">
              <a:rPr lang="en-US" altLang="en-US"/>
              <a:pPr/>
              <a:t>‹#›</a:t>
            </a:fld>
            <a:endParaRPr lang="en-US" altLang="en-US"/>
          </a:p>
        </p:txBody>
      </p:sp>
    </p:spTree>
    <p:extLst>
      <p:ext uri="{BB962C8B-B14F-4D97-AF65-F5344CB8AC3E}">
        <p14:creationId xmlns:p14="http://schemas.microsoft.com/office/powerpoint/2010/main" val="904034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36DF6E-6CBC-0A43-808B-B6EC0AE36789}"/>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D1DA177-456A-AF8D-7BDE-058ABDF46F3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26D151-8AE8-DA6D-B414-EF35D9D6950D}"/>
              </a:ext>
            </a:extLst>
          </p:cNvPr>
          <p:cNvSpPr>
            <a:spLocks noGrp="1"/>
          </p:cNvSpPr>
          <p:nvPr>
            <p:ph type="sldNum" sz="quarter" idx="12"/>
          </p:nvPr>
        </p:nvSpPr>
        <p:spPr/>
        <p:txBody>
          <a:bodyPr/>
          <a:lstStyle>
            <a:lvl1pPr>
              <a:defRPr/>
            </a:lvl1pPr>
          </a:lstStyle>
          <a:p>
            <a:fld id="{10444916-38D5-4B97-B88D-B499E4C53647}" type="slidenum">
              <a:rPr lang="en-US" altLang="en-US"/>
              <a:pPr/>
              <a:t>‹#›</a:t>
            </a:fld>
            <a:endParaRPr lang="en-US" altLang="en-US"/>
          </a:p>
        </p:txBody>
      </p:sp>
    </p:spTree>
    <p:extLst>
      <p:ext uri="{BB962C8B-B14F-4D97-AF65-F5344CB8AC3E}">
        <p14:creationId xmlns:p14="http://schemas.microsoft.com/office/powerpoint/2010/main" val="3248253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71600" y="4754880"/>
            <a:ext cx="10149840" cy="2377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924483" y="4169664"/>
            <a:ext cx="26334720" cy="24579072"/>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81EFDB-4081-ED77-E785-8FFBE9CCFC6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DA89FCC3-6C78-6CE1-D445-47CA944209F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C1F3593-7705-D863-3A52-F329B56F19D3}"/>
              </a:ext>
            </a:extLst>
          </p:cNvPr>
          <p:cNvSpPr>
            <a:spLocks noGrp="1"/>
          </p:cNvSpPr>
          <p:nvPr>
            <p:ph type="sldNum" sz="quarter" idx="12"/>
          </p:nvPr>
        </p:nvSpPr>
        <p:spPr/>
        <p:txBody>
          <a:bodyPr/>
          <a:lstStyle>
            <a:lvl1pPr>
              <a:defRPr/>
            </a:lvl1pPr>
          </a:lstStyle>
          <a:p>
            <a:fld id="{865D5D90-F9D0-434A-BE69-308EA8C1BF7A}" type="slidenum">
              <a:rPr lang="en-US" altLang="en-US"/>
              <a:pPr/>
              <a:t>‹#›</a:t>
            </a:fld>
            <a:endParaRPr lang="en-US" altLang="en-US"/>
          </a:p>
        </p:txBody>
      </p:sp>
    </p:spTree>
    <p:extLst>
      <p:ext uri="{BB962C8B-B14F-4D97-AF65-F5344CB8AC3E}">
        <p14:creationId xmlns:p14="http://schemas.microsoft.com/office/powerpoint/2010/main" val="2792637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4462016-E13F-60C2-38FB-9CC2A6C0CE1D}"/>
              </a:ext>
            </a:extLst>
          </p:cNvPr>
          <p:cNvSpPr/>
          <p:nvPr/>
        </p:nvSpPr>
        <p:spPr>
          <a:xfrm>
            <a:off x="0" y="3643313"/>
            <a:ext cx="12396788" cy="255889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B83138AD-AB29-61C8-9AC4-8A6EA2141B90}"/>
              </a:ext>
            </a:extLst>
          </p:cNvPr>
          <p:cNvSpPr>
            <a:spLocks noGrp="1"/>
          </p:cNvSpPr>
          <p:nvPr>
            <p:ph type="title"/>
          </p:nvPr>
        </p:nvSpPr>
        <p:spPr>
          <a:xfrm>
            <a:off x="911225" y="5394325"/>
            <a:ext cx="10610850" cy="22085300"/>
          </a:xfrm>
          <a:prstGeom prst="rect">
            <a:avLst/>
          </a:prstGeom>
        </p:spPr>
        <p:txBody>
          <a:bodyPr vert="horz" lIns="91440" tIns="45720" rIns="91440" bIns="45720" rtlCol="0" anchor="ctr">
            <a:normAutofit/>
          </a:bodyPr>
          <a:lstStyle/>
          <a:p>
            <a:r>
              <a:rPr lang="en-US"/>
              <a:t>Click to edit Master title style</a:t>
            </a:r>
          </a:p>
        </p:txBody>
      </p:sp>
      <p:sp>
        <p:nvSpPr>
          <p:cNvPr id="38" name="Rectangle 37">
            <a:extLst>
              <a:ext uri="{FF2B5EF4-FFF2-40B4-BE49-F238E27FC236}">
                <a16:creationId xmlns:a16="http://schemas.microsoft.com/office/drawing/2014/main" id="{9D7534AA-8EA6-8937-4A3F-249F1D515580}"/>
              </a:ext>
            </a:extLst>
          </p:cNvPr>
          <p:cNvSpPr/>
          <p:nvPr/>
        </p:nvSpPr>
        <p:spPr>
          <a:xfrm>
            <a:off x="42537063" y="3643313"/>
            <a:ext cx="1382712" cy="2558891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9" name="Text Placeholder 2">
            <a:extLst>
              <a:ext uri="{FF2B5EF4-FFF2-40B4-BE49-F238E27FC236}">
                <a16:creationId xmlns:a16="http://schemas.microsoft.com/office/drawing/2014/main" id="{07EBDA88-D7F4-0FE5-EB7C-BBC7883786D5}"/>
              </a:ext>
            </a:extLst>
          </p:cNvPr>
          <p:cNvSpPr>
            <a:spLocks noGrp="1"/>
          </p:cNvSpPr>
          <p:nvPr>
            <p:ph type="body" idx="1"/>
          </p:nvPr>
        </p:nvSpPr>
        <p:spPr bwMode="auto">
          <a:xfrm>
            <a:off x="13928725" y="4148138"/>
            <a:ext cx="26335038" cy="2457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78C49DB-E935-484E-C765-8E5ECDF11CC4}"/>
              </a:ext>
            </a:extLst>
          </p:cNvPr>
          <p:cNvSpPr>
            <a:spLocks noGrp="1"/>
          </p:cNvSpPr>
          <p:nvPr>
            <p:ph type="dt" sz="half" idx="2"/>
          </p:nvPr>
        </p:nvSpPr>
        <p:spPr>
          <a:xfrm>
            <a:off x="944563" y="30510163"/>
            <a:ext cx="9875837" cy="1752600"/>
          </a:xfrm>
          <a:prstGeom prst="rect">
            <a:avLst/>
          </a:prstGeom>
        </p:spPr>
        <p:txBody>
          <a:bodyPr vert="horz" lIns="91440" tIns="45720" rIns="91440" bIns="45720" rtlCol="0" anchor="ctr"/>
          <a:lstStyle>
            <a:lvl1pPr algn="l" eaLnBrk="1" fontAlgn="auto" hangingPunct="1">
              <a:spcBef>
                <a:spcPts val="0"/>
              </a:spcBef>
              <a:spcAft>
                <a:spcPts val="0"/>
              </a:spcAft>
              <a:defRPr sz="4800">
                <a:solidFill>
                  <a:schemeClr val="tx1">
                    <a:lumMod val="50000"/>
                    <a:lumOff val="50000"/>
                  </a:schemeClr>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912FBE83-D368-ACFC-D167-FA2585BB3A0B}"/>
              </a:ext>
            </a:extLst>
          </p:cNvPr>
          <p:cNvSpPr>
            <a:spLocks noGrp="1"/>
          </p:cNvSpPr>
          <p:nvPr>
            <p:ph type="ftr" sz="quarter" idx="3"/>
          </p:nvPr>
        </p:nvSpPr>
        <p:spPr>
          <a:xfrm>
            <a:off x="13928725" y="30510163"/>
            <a:ext cx="21282025" cy="1752600"/>
          </a:xfrm>
          <a:prstGeom prst="rect">
            <a:avLst/>
          </a:prstGeom>
        </p:spPr>
        <p:txBody>
          <a:bodyPr vert="horz" lIns="91440" tIns="45720" rIns="91440" bIns="45720" rtlCol="0" anchor="ctr"/>
          <a:lstStyle>
            <a:lvl1pPr algn="l" eaLnBrk="1" fontAlgn="auto" hangingPunct="1">
              <a:spcBef>
                <a:spcPts val="0"/>
              </a:spcBef>
              <a:spcAft>
                <a:spcPts val="0"/>
              </a:spcAft>
              <a:defRPr sz="4800">
                <a:solidFill>
                  <a:schemeClr val="tx1">
                    <a:lumMod val="50000"/>
                    <a:lumOff val="50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F89392D4-C3A9-74B9-9E24-39283266ADB0}"/>
              </a:ext>
            </a:extLst>
          </p:cNvPr>
          <p:cNvSpPr>
            <a:spLocks noGrp="1"/>
          </p:cNvSpPr>
          <p:nvPr>
            <p:ph type="sldNum" sz="quarter" idx="4"/>
          </p:nvPr>
        </p:nvSpPr>
        <p:spPr>
          <a:xfrm>
            <a:off x="38282563" y="30510163"/>
            <a:ext cx="5511800" cy="175260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5200" b="1">
                <a:solidFill>
                  <a:schemeClr val="accent1"/>
                </a:solidFill>
              </a:defRPr>
            </a:lvl1pPr>
          </a:lstStyle>
          <a:p>
            <a:fld id="{38CB28FF-A181-44DF-AE42-8689540AB5B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368" r:id="rId1"/>
    <p:sldLayoutId id="2147484360" r:id="rId2"/>
    <p:sldLayoutId id="2147484361" r:id="rId3"/>
    <p:sldLayoutId id="2147484362" r:id="rId4"/>
    <p:sldLayoutId id="2147484363" r:id="rId5"/>
    <p:sldLayoutId id="2147484364" r:id="rId6"/>
    <p:sldLayoutId id="2147484369" r:id="rId7"/>
    <p:sldLayoutId id="2147484365" r:id="rId8"/>
    <p:sldLayoutId id="2147484370" r:id="rId9"/>
    <p:sldLayoutId id="2147484366" r:id="rId10"/>
    <p:sldLayoutId id="2147484367" r:id="rId11"/>
  </p:sldLayoutIdLst>
  <p:txStyles>
    <p:titleStyle>
      <a:lvl1pPr algn="l" defTabSz="4387850" rtl="0" eaLnBrk="0" fontAlgn="base" hangingPunct="0">
        <a:lnSpc>
          <a:spcPct val="90000"/>
        </a:lnSpc>
        <a:spcBef>
          <a:spcPct val="0"/>
        </a:spcBef>
        <a:spcAft>
          <a:spcPct val="0"/>
        </a:spcAft>
        <a:defRPr sz="14400" kern="1200" spc="-288">
          <a:solidFill>
            <a:srgbClr val="FFFFFF"/>
          </a:solidFill>
          <a:latin typeface="+mj-lt"/>
          <a:ea typeface="+mj-ea"/>
          <a:cs typeface="+mj-cs"/>
        </a:defRPr>
      </a:lvl1pPr>
      <a:lvl2pPr algn="l" defTabSz="4387850" rtl="0" eaLnBrk="0" fontAlgn="base" hangingPunct="0">
        <a:lnSpc>
          <a:spcPct val="90000"/>
        </a:lnSpc>
        <a:spcBef>
          <a:spcPct val="0"/>
        </a:spcBef>
        <a:spcAft>
          <a:spcPct val="0"/>
        </a:spcAft>
        <a:defRPr sz="14400">
          <a:solidFill>
            <a:srgbClr val="FFFFFF"/>
          </a:solidFill>
          <a:latin typeface="Corbel" pitchFamily="34" charset="0"/>
        </a:defRPr>
      </a:lvl2pPr>
      <a:lvl3pPr algn="l" defTabSz="4387850" rtl="0" eaLnBrk="0" fontAlgn="base" hangingPunct="0">
        <a:lnSpc>
          <a:spcPct val="90000"/>
        </a:lnSpc>
        <a:spcBef>
          <a:spcPct val="0"/>
        </a:spcBef>
        <a:spcAft>
          <a:spcPct val="0"/>
        </a:spcAft>
        <a:defRPr sz="14400">
          <a:solidFill>
            <a:srgbClr val="FFFFFF"/>
          </a:solidFill>
          <a:latin typeface="Corbel" pitchFamily="34" charset="0"/>
        </a:defRPr>
      </a:lvl3pPr>
      <a:lvl4pPr algn="l" defTabSz="4387850" rtl="0" eaLnBrk="0" fontAlgn="base" hangingPunct="0">
        <a:lnSpc>
          <a:spcPct val="90000"/>
        </a:lnSpc>
        <a:spcBef>
          <a:spcPct val="0"/>
        </a:spcBef>
        <a:spcAft>
          <a:spcPct val="0"/>
        </a:spcAft>
        <a:defRPr sz="14400">
          <a:solidFill>
            <a:srgbClr val="FFFFFF"/>
          </a:solidFill>
          <a:latin typeface="Corbel" pitchFamily="34" charset="0"/>
        </a:defRPr>
      </a:lvl4pPr>
      <a:lvl5pPr algn="l" defTabSz="4387850" rtl="0" eaLnBrk="0" fontAlgn="base" hangingPunct="0">
        <a:lnSpc>
          <a:spcPct val="90000"/>
        </a:lnSpc>
        <a:spcBef>
          <a:spcPct val="0"/>
        </a:spcBef>
        <a:spcAft>
          <a:spcPct val="0"/>
        </a:spcAft>
        <a:defRPr sz="14400">
          <a:solidFill>
            <a:srgbClr val="FFFFFF"/>
          </a:solidFill>
          <a:latin typeface="Corbel" pitchFamily="34" charset="0"/>
        </a:defRPr>
      </a:lvl5pPr>
      <a:lvl6pPr marL="457200" algn="l" defTabSz="4387850" rtl="0" fontAlgn="base">
        <a:lnSpc>
          <a:spcPct val="90000"/>
        </a:lnSpc>
        <a:spcBef>
          <a:spcPct val="0"/>
        </a:spcBef>
        <a:spcAft>
          <a:spcPct val="0"/>
        </a:spcAft>
        <a:defRPr sz="14400">
          <a:solidFill>
            <a:srgbClr val="FFFFFF"/>
          </a:solidFill>
          <a:latin typeface="Corbel" pitchFamily="34" charset="0"/>
        </a:defRPr>
      </a:lvl6pPr>
      <a:lvl7pPr marL="914400" algn="l" defTabSz="4387850" rtl="0" fontAlgn="base">
        <a:lnSpc>
          <a:spcPct val="90000"/>
        </a:lnSpc>
        <a:spcBef>
          <a:spcPct val="0"/>
        </a:spcBef>
        <a:spcAft>
          <a:spcPct val="0"/>
        </a:spcAft>
        <a:defRPr sz="14400">
          <a:solidFill>
            <a:srgbClr val="FFFFFF"/>
          </a:solidFill>
          <a:latin typeface="Corbel" pitchFamily="34" charset="0"/>
        </a:defRPr>
      </a:lvl7pPr>
      <a:lvl8pPr marL="1371600" algn="l" defTabSz="4387850" rtl="0" fontAlgn="base">
        <a:lnSpc>
          <a:spcPct val="90000"/>
        </a:lnSpc>
        <a:spcBef>
          <a:spcPct val="0"/>
        </a:spcBef>
        <a:spcAft>
          <a:spcPct val="0"/>
        </a:spcAft>
        <a:defRPr sz="14400">
          <a:solidFill>
            <a:srgbClr val="FFFFFF"/>
          </a:solidFill>
          <a:latin typeface="Corbel" pitchFamily="34" charset="0"/>
        </a:defRPr>
      </a:lvl8pPr>
      <a:lvl9pPr marL="1828800" algn="l" defTabSz="4387850" rtl="0" fontAlgn="base">
        <a:lnSpc>
          <a:spcPct val="90000"/>
        </a:lnSpc>
        <a:spcBef>
          <a:spcPct val="0"/>
        </a:spcBef>
        <a:spcAft>
          <a:spcPct val="0"/>
        </a:spcAft>
        <a:defRPr sz="14400">
          <a:solidFill>
            <a:srgbClr val="FFFFFF"/>
          </a:solidFill>
          <a:latin typeface="Corbel" pitchFamily="34" charset="0"/>
        </a:defRPr>
      </a:lvl9pPr>
    </p:titleStyle>
    <p:bodyStyle>
      <a:lvl1pPr marL="876300" indent="-876300" algn="l" defTabSz="4387850" rtl="0" eaLnBrk="0" fontAlgn="base" hangingPunct="0">
        <a:lnSpc>
          <a:spcPct val="90000"/>
        </a:lnSpc>
        <a:spcBef>
          <a:spcPts val="5763"/>
        </a:spcBef>
        <a:spcAft>
          <a:spcPct val="0"/>
        </a:spcAft>
        <a:buClr>
          <a:schemeClr val="accent1"/>
        </a:buClr>
        <a:buFont typeface="Wingdings 2" panose="05020102010507070707" pitchFamily="18" charset="2"/>
        <a:buChar char=""/>
        <a:defRPr sz="9100" kern="1200">
          <a:solidFill>
            <a:srgbClr val="595959"/>
          </a:solidFill>
          <a:latin typeface="+mn-lt"/>
          <a:ea typeface="+mn-ea"/>
          <a:cs typeface="+mn-cs"/>
        </a:defRPr>
      </a:lvl1pPr>
      <a:lvl2pPr marL="3290888" indent="-876300" algn="l" defTabSz="4387850" rtl="0" eaLnBrk="0" fontAlgn="base" hangingPunct="0">
        <a:lnSpc>
          <a:spcPct val="90000"/>
        </a:lnSpc>
        <a:spcBef>
          <a:spcPts val="1200"/>
        </a:spcBef>
        <a:spcAft>
          <a:spcPts val="1200"/>
        </a:spcAft>
        <a:buClr>
          <a:schemeClr val="accent1"/>
        </a:buClr>
        <a:buFont typeface="Wingdings 2" panose="05020102010507070707" pitchFamily="18" charset="2"/>
        <a:buChar char=""/>
        <a:defRPr sz="8100" kern="1200">
          <a:solidFill>
            <a:srgbClr val="595959"/>
          </a:solidFill>
          <a:latin typeface="+mn-lt"/>
          <a:ea typeface="+mn-ea"/>
          <a:cs typeface="+mn-cs"/>
        </a:defRPr>
      </a:lvl2pPr>
      <a:lvl3pPr marL="5486400" indent="-876300" algn="l" defTabSz="4387850" rtl="0" eaLnBrk="0" fontAlgn="base" hangingPunct="0">
        <a:lnSpc>
          <a:spcPct val="90000"/>
        </a:lnSpc>
        <a:spcBef>
          <a:spcPts val="1200"/>
        </a:spcBef>
        <a:spcAft>
          <a:spcPts val="1200"/>
        </a:spcAft>
        <a:buClr>
          <a:schemeClr val="accent1"/>
        </a:buClr>
        <a:buFont typeface="Wingdings 2" panose="05020102010507070707" pitchFamily="18" charset="2"/>
        <a:buChar char=""/>
        <a:defRPr sz="7200" kern="1200">
          <a:solidFill>
            <a:srgbClr val="595959"/>
          </a:solidFill>
          <a:latin typeface="+mn-lt"/>
          <a:ea typeface="+mn-ea"/>
          <a:cs typeface="+mn-cs"/>
        </a:defRPr>
      </a:lvl3pPr>
      <a:lvl4pPr marL="7680325" indent="-876300" algn="l" defTabSz="4387850" rtl="0" eaLnBrk="0" fontAlgn="base" hangingPunct="0">
        <a:lnSpc>
          <a:spcPct val="90000"/>
        </a:lnSpc>
        <a:spcBef>
          <a:spcPts val="1200"/>
        </a:spcBef>
        <a:spcAft>
          <a:spcPts val="1200"/>
        </a:spcAft>
        <a:buClr>
          <a:schemeClr val="accent1"/>
        </a:buClr>
        <a:buFont typeface="Wingdings 2" panose="05020102010507070707" pitchFamily="18" charset="2"/>
        <a:buChar char=""/>
        <a:defRPr sz="6200" kern="1200">
          <a:solidFill>
            <a:srgbClr val="595959"/>
          </a:solidFill>
          <a:latin typeface="+mn-lt"/>
          <a:ea typeface="+mn-ea"/>
          <a:cs typeface="+mn-cs"/>
        </a:defRPr>
      </a:lvl4pPr>
      <a:lvl5pPr marL="9874250" indent="-876300" algn="l" defTabSz="4387850" rtl="0" eaLnBrk="0" fontAlgn="base" hangingPunct="0">
        <a:lnSpc>
          <a:spcPct val="90000"/>
        </a:lnSpc>
        <a:spcBef>
          <a:spcPts val="1200"/>
        </a:spcBef>
        <a:spcAft>
          <a:spcPts val="1200"/>
        </a:spcAft>
        <a:buClr>
          <a:schemeClr val="accent1"/>
        </a:buClr>
        <a:buFont typeface="Wingdings 2" panose="05020102010507070707" pitchFamily="18" charset="2"/>
        <a:buChar char=""/>
        <a:defRPr sz="6200" kern="1200">
          <a:solidFill>
            <a:srgbClr val="595959"/>
          </a:solidFill>
          <a:latin typeface="+mn-lt"/>
          <a:ea typeface="+mn-ea"/>
          <a:cs typeface="+mn-cs"/>
        </a:defRPr>
      </a:lvl5pPr>
      <a:lvl6pPr marL="12070080" indent="-1097280" algn="l" defTabSz="4389120" rtl="0" eaLnBrk="1" latinLnBrk="0" hangingPunct="1">
        <a:lnSpc>
          <a:spcPct val="90000"/>
        </a:lnSpc>
        <a:spcBef>
          <a:spcPts val="1200"/>
        </a:spcBef>
        <a:spcAft>
          <a:spcPts val="1200"/>
        </a:spcAft>
        <a:buClr>
          <a:schemeClr val="accent1"/>
        </a:buClr>
        <a:buFont typeface="Wingdings 2" pitchFamily="18" charset="2"/>
        <a:buChar char=""/>
        <a:defRPr sz="6240" kern="1200">
          <a:solidFill>
            <a:schemeClr val="tx1">
              <a:lumMod val="65000"/>
              <a:lumOff val="35000"/>
            </a:schemeClr>
          </a:solidFill>
          <a:latin typeface="+mn-lt"/>
          <a:ea typeface="+mn-ea"/>
          <a:cs typeface="+mn-cs"/>
        </a:defRPr>
      </a:lvl6pPr>
      <a:lvl7pPr marL="14264640" indent="-1097280" algn="l" defTabSz="4389120" rtl="0" eaLnBrk="1" latinLnBrk="0" hangingPunct="1">
        <a:lnSpc>
          <a:spcPct val="90000"/>
        </a:lnSpc>
        <a:spcBef>
          <a:spcPts val="1200"/>
        </a:spcBef>
        <a:spcAft>
          <a:spcPts val="1200"/>
        </a:spcAft>
        <a:buClr>
          <a:schemeClr val="accent1"/>
        </a:buClr>
        <a:buFont typeface="Wingdings 2" pitchFamily="18" charset="2"/>
        <a:buChar char=""/>
        <a:defRPr sz="6240" kern="1200">
          <a:solidFill>
            <a:schemeClr val="tx1">
              <a:lumMod val="65000"/>
              <a:lumOff val="35000"/>
            </a:schemeClr>
          </a:solidFill>
          <a:latin typeface="+mn-lt"/>
          <a:ea typeface="+mn-ea"/>
          <a:cs typeface="+mn-cs"/>
        </a:defRPr>
      </a:lvl7pPr>
      <a:lvl8pPr marL="16459200" indent="-1097280" algn="l" defTabSz="4389120" rtl="0" eaLnBrk="1" latinLnBrk="0" hangingPunct="1">
        <a:lnSpc>
          <a:spcPct val="90000"/>
        </a:lnSpc>
        <a:spcBef>
          <a:spcPts val="1200"/>
        </a:spcBef>
        <a:spcAft>
          <a:spcPts val="1200"/>
        </a:spcAft>
        <a:buClr>
          <a:schemeClr val="accent1"/>
        </a:buClr>
        <a:buFont typeface="Wingdings 2" pitchFamily="18" charset="2"/>
        <a:buChar char=""/>
        <a:defRPr sz="6240" kern="1200">
          <a:solidFill>
            <a:schemeClr val="tx1">
              <a:lumMod val="65000"/>
              <a:lumOff val="35000"/>
            </a:schemeClr>
          </a:solidFill>
          <a:latin typeface="+mn-lt"/>
          <a:ea typeface="+mn-ea"/>
          <a:cs typeface="+mn-cs"/>
        </a:defRPr>
      </a:lvl8pPr>
      <a:lvl9pPr marL="18653760" indent="-1097280" algn="l" defTabSz="4389120" rtl="0" eaLnBrk="1" latinLnBrk="0" hangingPunct="1">
        <a:lnSpc>
          <a:spcPct val="90000"/>
        </a:lnSpc>
        <a:spcBef>
          <a:spcPts val="1200"/>
        </a:spcBef>
        <a:spcAft>
          <a:spcPts val="1200"/>
        </a:spcAft>
        <a:buClr>
          <a:schemeClr val="accent1"/>
        </a:buClr>
        <a:buFont typeface="Wingdings 2" pitchFamily="18" charset="2"/>
        <a:buChar char=""/>
        <a:defRPr sz="6240" kern="1200">
          <a:solidFill>
            <a:schemeClr val="tx1">
              <a:lumMod val="65000"/>
              <a:lumOff val="35000"/>
            </a:schemeClr>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EDE6CB47-C5B8-DED5-9989-3D273CFF8BDF}"/>
              </a:ext>
            </a:extLst>
          </p:cNvPr>
          <p:cNvSpPr/>
          <p:nvPr/>
        </p:nvSpPr>
        <p:spPr>
          <a:xfrm>
            <a:off x="0" y="-26988"/>
            <a:ext cx="43891200" cy="63735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2" name="Rectangle 61">
            <a:extLst>
              <a:ext uri="{FF2B5EF4-FFF2-40B4-BE49-F238E27FC236}">
                <a16:creationId xmlns:a16="http://schemas.microsoft.com/office/drawing/2014/main" id="{862C7FBB-B409-D261-A061-6446216CF684}"/>
              </a:ext>
            </a:extLst>
          </p:cNvPr>
          <p:cNvSpPr/>
          <p:nvPr/>
        </p:nvSpPr>
        <p:spPr>
          <a:xfrm>
            <a:off x="33347520" y="6202447"/>
            <a:ext cx="10543680" cy="26823530"/>
          </a:xfrm>
          <a:prstGeom prst="rect">
            <a:avLst/>
          </a:prstGeom>
          <a:solidFill>
            <a:srgbClr val="FB7D15"/>
          </a:solidFill>
          <a:ln>
            <a:noFill/>
          </a:ln>
        </p:spPr>
        <p:style>
          <a:lnRef idx="2">
            <a:schemeClr val="accent4">
              <a:shade val="50000"/>
            </a:schemeClr>
          </a:lnRef>
          <a:fillRef idx="1">
            <a:schemeClr val="accent4"/>
          </a:fillRef>
          <a:effectRef idx="0">
            <a:schemeClr val="accent4"/>
          </a:effectRef>
          <a:fontRef idx="minor">
            <a:schemeClr val="lt1"/>
          </a:fontRef>
        </p:style>
        <p:txBody>
          <a:bodyPr lIns="91440" tIns="45720" rIns="91440" bIns="45720" anchor="ctr"/>
          <a:lstStyle/>
          <a:p>
            <a:endParaRPr lang="en-US" i="1"/>
          </a:p>
        </p:txBody>
      </p:sp>
      <p:sp>
        <p:nvSpPr>
          <p:cNvPr id="24" name="Rectangle 23">
            <a:extLst>
              <a:ext uri="{FF2B5EF4-FFF2-40B4-BE49-F238E27FC236}">
                <a16:creationId xmlns:a16="http://schemas.microsoft.com/office/drawing/2014/main" id="{0B29D966-4971-9D57-D8CB-6EC7C224B5A8}"/>
              </a:ext>
            </a:extLst>
          </p:cNvPr>
          <p:cNvSpPr/>
          <p:nvPr/>
        </p:nvSpPr>
        <p:spPr>
          <a:xfrm>
            <a:off x="0" y="6266018"/>
            <a:ext cx="10515600" cy="26759959"/>
          </a:xfrm>
          <a:prstGeom prst="rect">
            <a:avLst/>
          </a:prstGeom>
          <a:solidFill>
            <a:srgbClr val="FB7D15"/>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5" name="Rectangle 24">
            <a:extLst>
              <a:ext uri="{FF2B5EF4-FFF2-40B4-BE49-F238E27FC236}">
                <a16:creationId xmlns:a16="http://schemas.microsoft.com/office/drawing/2014/main" id="{99C444FB-E7A5-0F71-DEE9-978E6101F117}"/>
              </a:ext>
            </a:extLst>
          </p:cNvPr>
          <p:cNvSpPr/>
          <p:nvPr/>
        </p:nvSpPr>
        <p:spPr>
          <a:xfrm>
            <a:off x="10515601" y="5670177"/>
            <a:ext cx="22867934" cy="27355800"/>
          </a:xfrm>
          <a:prstGeom prst="rect">
            <a:avLst/>
          </a:prstGeom>
          <a:solidFill>
            <a:schemeClr val="tx1">
              <a:lumMod val="75000"/>
              <a:lumOff val="25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1" name="Rectangle 30">
            <a:extLst>
              <a:ext uri="{FF2B5EF4-FFF2-40B4-BE49-F238E27FC236}">
                <a16:creationId xmlns:a16="http://schemas.microsoft.com/office/drawing/2014/main" id="{2A7482A5-0B7B-5810-D818-E551F15D2BB8}"/>
              </a:ext>
            </a:extLst>
          </p:cNvPr>
          <p:cNvSpPr/>
          <p:nvPr/>
        </p:nvSpPr>
        <p:spPr>
          <a:xfrm>
            <a:off x="-28080" y="1525081"/>
            <a:ext cx="43891200" cy="3046988"/>
          </a:xfrm>
          <a:prstGeom prst="rect">
            <a:avLst/>
          </a:prstGeom>
        </p:spPr>
        <p:txBody>
          <a:bodyPr wrap="square" lIns="91440" tIns="45720" rIns="91440" bIns="45720" anchor="t">
            <a:spAutoFit/>
          </a:bodyPr>
          <a:lstStyle/>
          <a:p>
            <a:pPr algn="ctr">
              <a:spcBef>
                <a:spcPts val="0"/>
              </a:spcBef>
              <a:spcAft>
                <a:spcPts val="0"/>
              </a:spcAft>
              <a:defRPr/>
            </a:pPr>
            <a:r>
              <a:rPr lang="en-US" sz="9600" dirty="0">
                <a:ln w="12700" cmpd="sng">
                  <a:solidFill>
                    <a:schemeClr val="accent4"/>
                  </a:solidFill>
                  <a:prstDash val="solid"/>
                </a:ln>
                <a:solidFill>
                  <a:srgbClr val="EE7008"/>
                </a:solidFill>
                <a:latin typeface="Century Gothic"/>
                <a:cs typeface="Times New Roman"/>
              </a:rPr>
              <a:t>Relationships Between Team Communication Behaviors</a:t>
            </a:r>
          </a:p>
          <a:p>
            <a:pPr algn="ctr">
              <a:spcBef>
                <a:spcPts val="0"/>
              </a:spcBef>
              <a:spcAft>
                <a:spcPts val="0"/>
              </a:spcAft>
              <a:defRPr/>
            </a:pPr>
            <a:r>
              <a:rPr lang="en-US" sz="9600" dirty="0">
                <a:ln w="12700" cmpd="sng">
                  <a:solidFill>
                    <a:schemeClr val="accent4"/>
                  </a:solidFill>
                  <a:prstDash val="solid"/>
                </a:ln>
                <a:solidFill>
                  <a:srgbClr val="EE7008"/>
                </a:solidFill>
                <a:latin typeface="Century Gothic"/>
                <a:cs typeface="Times New Roman"/>
              </a:rPr>
              <a:t>and Problem-Solving Confidence</a:t>
            </a:r>
            <a:endParaRPr lang="en-US" dirty="0">
              <a:solidFill>
                <a:srgbClr val="EE7008"/>
              </a:solidFill>
              <a:cs typeface="Times New Roman"/>
            </a:endParaRPr>
          </a:p>
        </p:txBody>
      </p:sp>
      <p:sp>
        <p:nvSpPr>
          <p:cNvPr id="5127" name="Text Box 93">
            <a:extLst>
              <a:ext uri="{FF2B5EF4-FFF2-40B4-BE49-F238E27FC236}">
                <a16:creationId xmlns:a16="http://schemas.microsoft.com/office/drawing/2014/main" id="{28C6F16C-1FD5-0C2D-68AE-63425DA38988}"/>
              </a:ext>
            </a:extLst>
          </p:cNvPr>
          <p:cNvSpPr txBox="1">
            <a:spLocks noChangeArrowheads="1"/>
          </p:cNvSpPr>
          <p:nvPr/>
        </p:nvSpPr>
        <p:spPr bwMode="auto">
          <a:xfrm>
            <a:off x="651712" y="8297004"/>
            <a:ext cx="9144000" cy="1062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defTabSz="4702175">
              <a:defRPr>
                <a:solidFill>
                  <a:schemeClr val="tx1"/>
                </a:solidFill>
                <a:latin typeface="Corbel" panose="020B0503020204020204" pitchFamily="34" charset="0"/>
              </a:defRPr>
            </a:lvl1pPr>
            <a:lvl2pPr marL="742950" indent="-285750" defTabSz="4702175">
              <a:defRPr>
                <a:solidFill>
                  <a:schemeClr val="tx1"/>
                </a:solidFill>
                <a:latin typeface="Corbel" panose="020B0503020204020204" pitchFamily="34" charset="0"/>
              </a:defRPr>
            </a:lvl2pPr>
            <a:lvl3pPr marL="1143000" indent="-228600" defTabSz="4702175">
              <a:defRPr>
                <a:solidFill>
                  <a:schemeClr val="tx1"/>
                </a:solidFill>
                <a:latin typeface="Corbel" panose="020B0503020204020204" pitchFamily="34" charset="0"/>
              </a:defRPr>
            </a:lvl3pPr>
            <a:lvl4pPr marL="1600200" indent="-228600" defTabSz="4702175">
              <a:defRPr>
                <a:solidFill>
                  <a:schemeClr val="tx1"/>
                </a:solidFill>
                <a:latin typeface="Corbel" panose="020B0503020204020204" pitchFamily="34" charset="0"/>
              </a:defRPr>
            </a:lvl4pPr>
            <a:lvl5pPr marL="2057400" indent="-228600" defTabSz="4702175">
              <a:defRPr>
                <a:solidFill>
                  <a:schemeClr val="tx1"/>
                </a:solidFill>
                <a:latin typeface="Corbel" panose="020B0503020204020204" pitchFamily="34" charset="0"/>
              </a:defRPr>
            </a:lvl5pPr>
            <a:lvl6pPr marL="2514600" indent="-228600" defTabSz="4702175" eaLnBrk="0" fontAlgn="base" hangingPunct="0">
              <a:spcBef>
                <a:spcPct val="0"/>
              </a:spcBef>
              <a:spcAft>
                <a:spcPct val="0"/>
              </a:spcAft>
              <a:defRPr>
                <a:solidFill>
                  <a:schemeClr val="tx1"/>
                </a:solidFill>
                <a:latin typeface="Corbel" panose="020B0503020204020204" pitchFamily="34" charset="0"/>
              </a:defRPr>
            </a:lvl6pPr>
            <a:lvl7pPr marL="2971800" indent="-228600" defTabSz="4702175" eaLnBrk="0" fontAlgn="base" hangingPunct="0">
              <a:spcBef>
                <a:spcPct val="0"/>
              </a:spcBef>
              <a:spcAft>
                <a:spcPct val="0"/>
              </a:spcAft>
              <a:defRPr>
                <a:solidFill>
                  <a:schemeClr val="tx1"/>
                </a:solidFill>
                <a:latin typeface="Corbel" panose="020B0503020204020204" pitchFamily="34" charset="0"/>
              </a:defRPr>
            </a:lvl7pPr>
            <a:lvl8pPr marL="3429000" indent="-228600" defTabSz="4702175" eaLnBrk="0" fontAlgn="base" hangingPunct="0">
              <a:spcBef>
                <a:spcPct val="0"/>
              </a:spcBef>
              <a:spcAft>
                <a:spcPct val="0"/>
              </a:spcAft>
              <a:defRPr>
                <a:solidFill>
                  <a:schemeClr val="tx1"/>
                </a:solidFill>
                <a:latin typeface="Corbel" panose="020B0503020204020204" pitchFamily="34" charset="0"/>
              </a:defRPr>
            </a:lvl8pPr>
            <a:lvl9pPr marL="3886200" indent="-228600" defTabSz="4702175" eaLnBrk="0" fontAlgn="base" hangingPunct="0">
              <a:spcBef>
                <a:spcPct val="0"/>
              </a:spcBef>
              <a:spcAft>
                <a:spcPct val="0"/>
              </a:spcAft>
              <a:defRPr>
                <a:solidFill>
                  <a:schemeClr val="tx1"/>
                </a:solidFill>
                <a:latin typeface="Corbel" panose="020B0503020204020204" pitchFamily="34" charset="0"/>
              </a:defRPr>
            </a:lvl9pPr>
          </a:lstStyle>
          <a:p>
            <a:r>
              <a:rPr lang="en-US" sz="3100" dirty="0">
                <a:latin typeface="Century Gothic"/>
                <a:cs typeface="Times New Roman"/>
              </a:rPr>
              <a:t>This study examined communication behaviors in Software Engineering team meetings to understand how efficiency, sentiment, and agreement relate to students’ problem-solving confidence. Audio recordings and end-of-semester surveys were collected from six development teams (21 students total). Audio transcripts were coded for problem statements, solution proposals, “OK” agreement markers, and sentiment polarity. Survey data measured confidence, collaboration, commitment, and effectiveness using 5-point Likert scales. After cleaning and merging the datasets, analyses using Python, JASP, and Excel showed that efficiency and agreement behaviors strongly predicted positive sentiment at the individual level. At the team level, a combined regression model revealed that collaboration and communication efficiency together explained most of the variance in confidence. </a:t>
            </a:r>
            <a:endParaRPr lang="en-US" sz="3100" dirty="0"/>
          </a:p>
        </p:txBody>
      </p:sp>
      <p:sp>
        <p:nvSpPr>
          <p:cNvPr id="5128" name="Text Box 95">
            <a:extLst>
              <a:ext uri="{FF2B5EF4-FFF2-40B4-BE49-F238E27FC236}">
                <a16:creationId xmlns:a16="http://schemas.microsoft.com/office/drawing/2014/main" id="{0B56141D-7D0D-B3B8-186A-AF542231843E}"/>
              </a:ext>
            </a:extLst>
          </p:cNvPr>
          <p:cNvSpPr txBox="1">
            <a:spLocks noChangeArrowheads="1"/>
          </p:cNvSpPr>
          <p:nvPr/>
        </p:nvSpPr>
        <p:spPr bwMode="auto">
          <a:xfrm>
            <a:off x="651712" y="20506233"/>
            <a:ext cx="9144000" cy="10826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defTabSz="4702175">
              <a:defRPr>
                <a:solidFill>
                  <a:schemeClr val="tx1"/>
                </a:solidFill>
                <a:latin typeface="Corbel" panose="020B0503020204020204" pitchFamily="34" charset="0"/>
              </a:defRPr>
            </a:lvl1pPr>
            <a:lvl2pPr marL="742950" indent="-285750" defTabSz="4702175">
              <a:defRPr>
                <a:solidFill>
                  <a:schemeClr val="tx1"/>
                </a:solidFill>
                <a:latin typeface="Corbel" panose="020B0503020204020204" pitchFamily="34" charset="0"/>
              </a:defRPr>
            </a:lvl2pPr>
            <a:lvl3pPr marL="1143000" indent="-228600" defTabSz="4702175">
              <a:defRPr>
                <a:solidFill>
                  <a:schemeClr val="tx1"/>
                </a:solidFill>
                <a:latin typeface="Corbel" panose="020B0503020204020204" pitchFamily="34" charset="0"/>
              </a:defRPr>
            </a:lvl3pPr>
            <a:lvl4pPr marL="1600200" indent="-228600" defTabSz="4702175">
              <a:defRPr>
                <a:solidFill>
                  <a:schemeClr val="tx1"/>
                </a:solidFill>
                <a:latin typeface="Corbel" panose="020B0503020204020204" pitchFamily="34" charset="0"/>
              </a:defRPr>
            </a:lvl4pPr>
            <a:lvl5pPr marL="2057400" indent="-228600" defTabSz="4702175">
              <a:defRPr>
                <a:solidFill>
                  <a:schemeClr val="tx1"/>
                </a:solidFill>
                <a:latin typeface="Corbel" panose="020B0503020204020204" pitchFamily="34" charset="0"/>
              </a:defRPr>
            </a:lvl5pPr>
            <a:lvl6pPr marL="2514600" indent="-228600" defTabSz="4702175" eaLnBrk="0" fontAlgn="base" hangingPunct="0">
              <a:spcBef>
                <a:spcPct val="0"/>
              </a:spcBef>
              <a:spcAft>
                <a:spcPct val="0"/>
              </a:spcAft>
              <a:defRPr>
                <a:solidFill>
                  <a:schemeClr val="tx1"/>
                </a:solidFill>
                <a:latin typeface="Corbel" panose="020B0503020204020204" pitchFamily="34" charset="0"/>
              </a:defRPr>
            </a:lvl6pPr>
            <a:lvl7pPr marL="2971800" indent="-228600" defTabSz="4702175" eaLnBrk="0" fontAlgn="base" hangingPunct="0">
              <a:spcBef>
                <a:spcPct val="0"/>
              </a:spcBef>
              <a:spcAft>
                <a:spcPct val="0"/>
              </a:spcAft>
              <a:defRPr>
                <a:solidFill>
                  <a:schemeClr val="tx1"/>
                </a:solidFill>
                <a:latin typeface="Corbel" panose="020B0503020204020204" pitchFamily="34" charset="0"/>
              </a:defRPr>
            </a:lvl7pPr>
            <a:lvl8pPr marL="3429000" indent="-228600" defTabSz="4702175" eaLnBrk="0" fontAlgn="base" hangingPunct="0">
              <a:spcBef>
                <a:spcPct val="0"/>
              </a:spcBef>
              <a:spcAft>
                <a:spcPct val="0"/>
              </a:spcAft>
              <a:defRPr>
                <a:solidFill>
                  <a:schemeClr val="tx1"/>
                </a:solidFill>
                <a:latin typeface="Corbel" panose="020B0503020204020204" pitchFamily="34" charset="0"/>
              </a:defRPr>
            </a:lvl8pPr>
            <a:lvl9pPr marL="3886200" indent="-228600" defTabSz="4702175" eaLnBrk="0" fontAlgn="base" hangingPunct="0">
              <a:spcBef>
                <a:spcPct val="0"/>
              </a:spcBef>
              <a:spcAft>
                <a:spcPct val="0"/>
              </a:spcAft>
              <a:defRPr>
                <a:solidFill>
                  <a:schemeClr val="tx1"/>
                </a:solidFill>
                <a:latin typeface="Corbel" panose="020B0503020204020204" pitchFamily="34" charset="0"/>
              </a:defRPr>
            </a:lvl9pPr>
          </a:lstStyle>
          <a:p>
            <a:pPr marL="457200" indent="-457200">
              <a:spcAft>
                <a:spcPts val="1800"/>
              </a:spcAft>
              <a:buFont typeface="Arial"/>
              <a:buChar char="•"/>
            </a:pPr>
            <a:r>
              <a:rPr lang="en-US" sz="3100" b="1" dirty="0">
                <a:latin typeface="Century Gothic"/>
                <a:cs typeface="Tahoma"/>
              </a:rPr>
              <a:t>Stakeholder</a:t>
            </a:r>
            <a:r>
              <a:rPr lang="en-US" sz="3100" b="1" dirty="0">
                <a:latin typeface="Century Gothic"/>
              </a:rPr>
              <a:t>:</a:t>
            </a:r>
            <a:r>
              <a:rPr lang="en-US" sz="3100" dirty="0">
                <a:latin typeface="Century Gothic"/>
              </a:rPr>
              <a:t> Software Engineering course instructor</a:t>
            </a:r>
            <a:r>
              <a:rPr lang="en-US" sz="3100" dirty="0">
                <a:latin typeface="Century Gothic"/>
                <a:cs typeface="Tahoma"/>
              </a:rPr>
              <a:t> </a:t>
            </a:r>
            <a:r>
              <a:rPr lang="en-US" sz="3100" dirty="0">
                <a:latin typeface="Century Gothic"/>
              </a:rPr>
              <a:t>seeking early indicators of struggling teams</a:t>
            </a:r>
            <a:endParaRPr lang="en-US" sz="3100" dirty="0"/>
          </a:p>
          <a:p>
            <a:pPr marL="457200" indent="-457200">
              <a:spcAft>
                <a:spcPts val="1800"/>
              </a:spcAft>
              <a:buFont typeface="Arial"/>
              <a:buChar char="•"/>
            </a:pPr>
            <a:r>
              <a:rPr lang="en-US" sz="3100" b="1" dirty="0">
                <a:latin typeface="Century Gothic"/>
              </a:rPr>
              <a:t>Motivation:</a:t>
            </a:r>
            <a:r>
              <a:rPr lang="en-US" sz="3100" dirty="0">
                <a:latin typeface="Century Gothic"/>
              </a:rPr>
              <a:t> Enable instructors to monitor team health and provide timely coaching using automated analytics</a:t>
            </a:r>
          </a:p>
          <a:p>
            <a:pPr marL="457200" indent="-457200">
              <a:spcAft>
                <a:spcPts val="1800"/>
              </a:spcAft>
              <a:buFont typeface="Arial"/>
              <a:buChar char="•"/>
            </a:pPr>
            <a:r>
              <a:rPr lang="en-US" sz="3100" b="1" dirty="0">
                <a:latin typeface="Century Gothic"/>
              </a:rPr>
              <a:t>Origin of Question:</a:t>
            </a:r>
            <a:r>
              <a:rPr lang="en-US" sz="3100" dirty="0">
                <a:latin typeface="Century Gothic"/>
              </a:rPr>
              <a:t> Stakeholder interviews emphasized a need to identify teams losing confidence before performance declines</a:t>
            </a:r>
          </a:p>
          <a:p>
            <a:pPr marL="457200" indent="-457200">
              <a:spcAft>
                <a:spcPts val="1800"/>
              </a:spcAft>
              <a:buFont typeface="Arial"/>
              <a:buChar char="•"/>
            </a:pPr>
            <a:r>
              <a:rPr lang="en-US" sz="3100" b="1" dirty="0">
                <a:latin typeface="Century Gothic"/>
              </a:rPr>
              <a:t>Why It Matters:</a:t>
            </a:r>
            <a:r>
              <a:rPr lang="en-US" sz="3100" dirty="0">
                <a:latin typeface="Century Gothic"/>
              </a:rPr>
              <a:t> Early detection supports intervention, improves project outcomes, and enhances teamwork</a:t>
            </a:r>
          </a:p>
          <a:p>
            <a:pPr marL="457200" indent="-457200">
              <a:spcAft>
                <a:spcPts val="1800"/>
              </a:spcAft>
              <a:buFont typeface="Arial"/>
              <a:buChar char="•"/>
            </a:pPr>
            <a:r>
              <a:rPr lang="en-US" sz="3100" b="1" dirty="0">
                <a:latin typeface="Century Gothic"/>
              </a:rPr>
              <a:t>Research Question:</a:t>
            </a:r>
            <a:r>
              <a:rPr lang="en-US" sz="3100" dirty="0">
                <a:latin typeface="Century Gothic"/>
              </a:rPr>
              <a:t> Are team communication behaviors (efficiency, sentiment, agreement) related to problem-solving confidence?</a:t>
            </a:r>
          </a:p>
          <a:p>
            <a:pPr marL="457200" indent="-457200">
              <a:spcAft>
                <a:spcPts val="1800"/>
              </a:spcAft>
              <a:buFont typeface="Arial"/>
              <a:buChar char="•"/>
            </a:pPr>
            <a:r>
              <a:rPr lang="en-US" sz="3100" b="1" dirty="0">
                <a:latin typeface="Century Gothic"/>
              </a:rPr>
              <a:t>Long-Term Goal:</a:t>
            </a:r>
            <a:r>
              <a:rPr lang="en-US" sz="3100" dirty="0">
                <a:latin typeface="Century Gothic"/>
              </a:rPr>
              <a:t> Use results to guide development of an automated prototype assessment tool integrating audio + survey analytics for real-time team monitoring</a:t>
            </a:r>
          </a:p>
          <a:p>
            <a:pPr marL="457200" indent="-457200">
              <a:spcAft>
                <a:spcPts val="1800"/>
              </a:spcAft>
              <a:buFont typeface="Arial"/>
              <a:buChar char="•"/>
            </a:pPr>
            <a:endParaRPr lang="en-US" sz="3100" dirty="0">
              <a:latin typeface="Century Gothic" panose="020B0502020202020204" pitchFamily="34" charset="0"/>
              <a:cs typeface="Tahoma" panose="020B0604030504040204" pitchFamily="34" charset="0"/>
            </a:endParaRPr>
          </a:p>
        </p:txBody>
      </p:sp>
      <p:sp>
        <p:nvSpPr>
          <p:cNvPr id="5129" name="Text Box 81">
            <a:extLst>
              <a:ext uri="{FF2B5EF4-FFF2-40B4-BE49-F238E27FC236}">
                <a16:creationId xmlns:a16="http://schemas.microsoft.com/office/drawing/2014/main" id="{11478C79-A7BA-B0E3-3B3A-C39449CED7CC}"/>
              </a:ext>
            </a:extLst>
          </p:cNvPr>
          <p:cNvSpPr txBox="1">
            <a:spLocks noChangeArrowheads="1"/>
          </p:cNvSpPr>
          <p:nvPr/>
        </p:nvSpPr>
        <p:spPr bwMode="auto">
          <a:xfrm>
            <a:off x="33986618" y="8297004"/>
            <a:ext cx="9144000" cy="8411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lstStyle>
            <a:lvl1pPr defTabSz="4702175">
              <a:defRPr>
                <a:solidFill>
                  <a:schemeClr val="tx1"/>
                </a:solidFill>
                <a:latin typeface="Corbel" panose="020B0503020204020204" pitchFamily="34" charset="0"/>
              </a:defRPr>
            </a:lvl1pPr>
            <a:lvl2pPr marL="742950" indent="-285750" defTabSz="4702175">
              <a:defRPr>
                <a:solidFill>
                  <a:schemeClr val="tx1"/>
                </a:solidFill>
                <a:latin typeface="Corbel" panose="020B0503020204020204" pitchFamily="34" charset="0"/>
              </a:defRPr>
            </a:lvl2pPr>
            <a:lvl3pPr marL="1143000" indent="-228600" defTabSz="4702175">
              <a:defRPr>
                <a:solidFill>
                  <a:schemeClr val="tx1"/>
                </a:solidFill>
                <a:latin typeface="Corbel" panose="020B0503020204020204" pitchFamily="34" charset="0"/>
              </a:defRPr>
            </a:lvl3pPr>
            <a:lvl4pPr marL="1600200" indent="-228600" defTabSz="4702175">
              <a:defRPr>
                <a:solidFill>
                  <a:schemeClr val="tx1"/>
                </a:solidFill>
                <a:latin typeface="Corbel" panose="020B0503020204020204" pitchFamily="34" charset="0"/>
              </a:defRPr>
            </a:lvl4pPr>
            <a:lvl5pPr marL="2057400" indent="-228600" defTabSz="4702175">
              <a:defRPr>
                <a:solidFill>
                  <a:schemeClr val="tx1"/>
                </a:solidFill>
                <a:latin typeface="Corbel" panose="020B0503020204020204" pitchFamily="34" charset="0"/>
              </a:defRPr>
            </a:lvl5pPr>
            <a:lvl6pPr marL="2514600" indent="-228600" defTabSz="4702175" eaLnBrk="0" fontAlgn="base" hangingPunct="0">
              <a:spcBef>
                <a:spcPct val="0"/>
              </a:spcBef>
              <a:spcAft>
                <a:spcPct val="0"/>
              </a:spcAft>
              <a:defRPr>
                <a:solidFill>
                  <a:schemeClr val="tx1"/>
                </a:solidFill>
                <a:latin typeface="Corbel" panose="020B0503020204020204" pitchFamily="34" charset="0"/>
              </a:defRPr>
            </a:lvl6pPr>
            <a:lvl7pPr marL="2971800" indent="-228600" defTabSz="4702175" eaLnBrk="0" fontAlgn="base" hangingPunct="0">
              <a:spcBef>
                <a:spcPct val="0"/>
              </a:spcBef>
              <a:spcAft>
                <a:spcPct val="0"/>
              </a:spcAft>
              <a:defRPr>
                <a:solidFill>
                  <a:schemeClr val="tx1"/>
                </a:solidFill>
                <a:latin typeface="Corbel" panose="020B0503020204020204" pitchFamily="34" charset="0"/>
              </a:defRPr>
            </a:lvl7pPr>
            <a:lvl8pPr marL="3429000" indent="-228600" defTabSz="4702175" eaLnBrk="0" fontAlgn="base" hangingPunct="0">
              <a:spcBef>
                <a:spcPct val="0"/>
              </a:spcBef>
              <a:spcAft>
                <a:spcPct val="0"/>
              </a:spcAft>
              <a:defRPr>
                <a:solidFill>
                  <a:schemeClr val="tx1"/>
                </a:solidFill>
                <a:latin typeface="Corbel" panose="020B0503020204020204" pitchFamily="34" charset="0"/>
              </a:defRPr>
            </a:lvl8pPr>
            <a:lvl9pPr marL="3886200" indent="-228600" defTabSz="4702175" eaLnBrk="0" fontAlgn="base" hangingPunct="0">
              <a:spcBef>
                <a:spcPct val="0"/>
              </a:spcBef>
              <a:spcAft>
                <a:spcPct val="0"/>
              </a:spcAft>
              <a:defRPr>
                <a:solidFill>
                  <a:schemeClr val="tx1"/>
                </a:solidFill>
                <a:latin typeface="Corbel" panose="020B0503020204020204" pitchFamily="34" charset="0"/>
              </a:defRPr>
            </a:lvl9pPr>
          </a:lstStyle>
          <a:p>
            <a:pPr>
              <a:spcAft>
                <a:spcPts val="1800"/>
              </a:spcAft>
            </a:pPr>
            <a:r>
              <a:rPr lang="en-US" sz="3100" b="1" dirty="0">
                <a:latin typeface="Century Gothic"/>
              </a:rPr>
              <a:t>Sample:</a:t>
            </a:r>
            <a:endParaRPr lang="en-US" sz="3100" dirty="0">
              <a:latin typeface="Century Gothic"/>
              <a:cs typeface="Tahoma"/>
            </a:endParaRPr>
          </a:p>
          <a:p>
            <a:pPr marL="1200150" lvl="1" indent="-457200">
              <a:spcAft>
                <a:spcPts val="1800"/>
              </a:spcAft>
              <a:buFont typeface="Arial"/>
              <a:buChar char="•"/>
            </a:pPr>
            <a:r>
              <a:rPr lang="en-US" sz="3100" dirty="0">
                <a:latin typeface="Century Gothic"/>
                <a:cs typeface="Tahoma"/>
              </a:rPr>
              <a:t>Participants enrolled in an undergraduate software engineering course</a:t>
            </a:r>
          </a:p>
          <a:p>
            <a:pPr marL="1200150" lvl="1" indent="-457200">
              <a:spcAft>
                <a:spcPts val="1800"/>
              </a:spcAft>
              <a:buFont typeface="Arial"/>
              <a:buChar char="•"/>
            </a:pPr>
            <a:r>
              <a:rPr lang="en-US" sz="3100" dirty="0">
                <a:latin typeface="Century Gothic"/>
                <a:cs typeface="Tahoma"/>
              </a:rPr>
              <a:t>4 teams from 2024 and 2 teams from 2025</a:t>
            </a:r>
          </a:p>
          <a:p>
            <a:pPr marL="1200150" lvl="1" indent="-457200">
              <a:spcAft>
                <a:spcPts val="1800"/>
              </a:spcAft>
              <a:buFont typeface="Arial"/>
              <a:buChar char="•"/>
            </a:pPr>
            <a:r>
              <a:rPr lang="en-US" sz="3100" dirty="0">
                <a:latin typeface="Century Gothic"/>
                <a:cs typeface="Tahoma"/>
              </a:rPr>
              <a:t>21 individual students across 6 teams</a:t>
            </a:r>
            <a:endParaRPr lang="en-US" sz="3100" dirty="0">
              <a:latin typeface="Century Gothic"/>
            </a:endParaRPr>
          </a:p>
          <a:p>
            <a:pPr>
              <a:spcAft>
                <a:spcPts val="1800"/>
              </a:spcAft>
            </a:pPr>
            <a:r>
              <a:rPr lang="en-US" sz="3100" b="1" dirty="0">
                <a:latin typeface="Century Gothic"/>
              </a:rPr>
              <a:t>Key Derived Variables:</a:t>
            </a:r>
            <a:endParaRPr lang="en-US" sz="3100" dirty="0">
              <a:latin typeface="Century Gothic"/>
              <a:cs typeface="Tahoma"/>
            </a:endParaRPr>
          </a:p>
          <a:p>
            <a:pPr marL="1200150" lvl="1" indent="-457200">
              <a:spcAft>
                <a:spcPts val="1800"/>
              </a:spcAft>
              <a:buFont typeface="Arial"/>
              <a:buChar char="•"/>
            </a:pPr>
            <a:r>
              <a:rPr lang="en-US" sz="3100" dirty="0">
                <a:latin typeface="Century Gothic"/>
                <a:cs typeface="Tahoma"/>
              </a:rPr>
              <a:t>Efficiency = </a:t>
            </a:r>
            <a:r>
              <a:rPr lang="en-US" sz="3100" dirty="0" err="1">
                <a:latin typeface="Century Gothic"/>
                <a:cs typeface="Tahoma"/>
              </a:rPr>
              <a:t>Solutions_Count</a:t>
            </a:r>
            <a:r>
              <a:rPr lang="en-US" sz="3100" dirty="0">
                <a:latin typeface="Century Gothic"/>
                <a:cs typeface="Tahoma"/>
              </a:rPr>
              <a:t> ÷ </a:t>
            </a:r>
            <a:r>
              <a:rPr lang="en-US" sz="3100" dirty="0" err="1">
                <a:latin typeface="Century Gothic"/>
                <a:cs typeface="Tahoma"/>
              </a:rPr>
              <a:t>Problems_Count</a:t>
            </a:r>
            <a:endParaRPr lang="en-US" sz="3100" dirty="0">
              <a:latin typeface="Century Gothic"/>
              <a:cs typeface="Tahoma"/>
            </a:endParaRPr>
          </a:p>
          <a:p>
            <a:pPr marL="1200150" lvl="1" indent="-457200">
              <a:spcAft>
                <a:spcPts val="1800"/>
              </a:spcAft>
              <a:buFont typeface="Arial"/>
              <a:buChar char="•"/>
            </a:pPr>
            <a:r>
              <a:rPr lang="en-US" sz="3100" dirty="0" err="1">
                <a:latin typeface="Century Gothic"/>
                <a:cs typeface="Tahoma"/>
              </a:rPr>
              <a:t>OK_Count</a:t>
            </a:r>
            <a:r>
              <a:rPr lang="en-US" sz="3100" dirty="0">
                <a:latin typeface="Century Gothic"/>
                <a:cs typeface="Tahoma"/>
              </a:rPr>
              <a:t> = count of “ok” per participant or team</a:t>
            </a:r>
          </a:p>
          <a:p>
            <a:pPr marL="1200150" lvl="1" indent="-457200">
              <a:spcAft>
                <a:spcPts val="1800"/>
              </a:spcAft>
              <a:buFont typeface="Arial"/>
              <a:buChar char="•"/>
            </a:pPr>
            <a:r>
              <a:rPr lang="en-US" sz="3100" dirty="0">
                <a:latin typeface="Century Gothic"/>
                <a:cs typeface="Tahoma"/>
              </a:rPr>
              <a:t>Sentiment = mean ChatGPT sentiment score per utterance (range –1 to +1)</a:t>
            </a:r>
          </a:p>
          <a:p>
            <a:pPr marL="1200150" lvl="1" indent="-457200">
              <a:spcAft>
                <a:spcPts val="1800"/>
              </a:spcAft>
              <a:buFont typeface="Arial"/>
              <a:buChar char="•"/>
            </a:pPr>
            <a:r>
              <a:rPr lang="en-US" sz="3100" dirty="0">
                <a:latin typeface="Century Gothic"/>
                <a:cs typeface="Tahoma"/>
              </a:rPr>
              <a:t>Confidence, Collaboration, Commitment, Effectiveness = survey means</a:t>
            </a:r>
            <a:endParaRPr lang="en-US" sz="3100" dirty="0">
              <a:latin typeface="Century Gothic"/>
            </a:endParaRPr>
          </a:p>
          <a:p>
            <a:pPr>
              <a:spcAft>
                <a:spcPts val="1800"/>
              </a:spcAft>
            </a:pPr>
            <a:endParaRPr lang="en-US" sz="3100" b="1" dirty="0">
              <a:latin typeface="Century Gothic"/>
              <a:cs typeface="Tahoma"/>
            </a:endParaRPr>
          </a:p>
        </p:txBody>
      </p:sp>
      <p:sp>
        <p:nvSpPr>
          <p:cNvPr id="5131" name="Text Box 89">
            <a:extLst>
              <a:ext uri="{FF2B5EF4-FFF2-40B4-BE49-F238E27FC236}">
                <a16:creationId xmlns:a16="http://schemas.microsoft.com/office/drawing/2014/main" id="{623B8BEA-DFF2-4427-10BB-A2B808C771D9}"/>
              </a:ext>
            </a:extLst>
          </p:cNvPr>
          <p:cNvSpPr txBox="1">
            <a:spLocks noChangeArrowheads="1"/>
          </p:cNvSpPr>
          <p:nvPr/>
        </p:nvSpPr>
        <p:spPr bwMode="auto">
          <a:xfrm>
            <a:off x="11175747" y="24446288"/>
            <a:ext cx="21354139" cy="6886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lstStyle>
            <a:lvl1pPr defTabSz="4702175">
              <a:defRPr>
                <a:solidFill>
                  <a:schemeClr val="tx1"/>
                </a:solidFill>
                <a:latin typeface="Corbel" panose="020B0503020204020204" pitchFamily="34" charset="0"/>
              </a:defRPr>
            </a:lvl1pPr>
            <a:lvl2pPr marL="742950" indent="-285750" defTabSz="4702175">
              <a:defRPr>
                <a:solidFill>
                  <a:schemeClr val="tx1"/>
                </a:solidFill>
                <a:latin typeface="Corbel" panose="020B0503020204020204" pitchFamily="34" charset="0"/>
              </a:defRPr>
            </a:lvl2pPr>
            <a:lvl3pPr marL="1143000" indent="-228600" defTabSz="4702175">
              <a:defRPr>
                <a:solidFill>
                  <a:schemeClr val="tx1"/>
                </a:solidFill>
                <a:latin typeface="Corbel" panose="020B0503020204020204" pitchFamily="34" charset="0"/>
              </a:defRPr>
            </a:lvl3pPr>
            <a:lvl4pPr marL="1600200" indent="-228600" defTabSz="4702175">
              <a:defRPr>
                <a:solidFill>
                  <a:schemeClr val="tx1"/>
                </a:solidFill>
                <a:latin typeface="Corbel" panose="020B0503020204020204" pitchFamily="34" charset="0"/>
              </a:defRPr>
            </a:lvl4pPr>
            <a:lvl5pPr marL="2057400" indent="-228600" defTabSz="4702175">
              <a:defRPr>
                <a:solidFill>
                  <a:schemeClr val="tx1"/>
                </a:solidFill>
                <a:latin typeface="Corbel" panose="020B0503020204020204" pitchFamily="34" charset="0"/>
              </a:defRPr>
            </a:lvl5pPr>
            <a:lvl6pPr marL="2514600" indent="-228600" defTabSz="4702175" eaLnBrk="0" fontAlgn="base" hangingPunct="0">
              <a:spcBef>
                <a:spcPct val="0"/>
              </a:spcBef>
              <a:spcAft>
                <a:spcPct val="0"/>
              </a:spcAft>
              <a:defRPr>
                <a:solidFill>
                  <a:schemeClr val="tx1"/>
                </a:solidFill>
                <a:latin typeface="Corbel" panose="020B0503020204020204" pitchFamily="34" charset="0"/>
              </a:defRPr>
            </a:lvl6pPr>
            <a:lvl7pPr marL="2971800" indent="-228600" defTabSz="4702175" eaLnBrk="0" fontAlgn="base" hangingPunct="0">
              <a:spcBef>
                <a:spcPct val="0"/>
              </a:spcBef>
              <a:spcAft>
                <a:spcPct val="0"/>
              </a:spcAft>
              <a:defRPr>
                <a:solidFill>
                  <a:schemeClr val="tx1"/>
                </a:solidFill>
                <a:latin typeface="Corbel" panose="020B0503020204020204" pitchFamily="34" charset="0"/>
              </a:defRPr>
            </a:lvl7pPr>
            <a:lvl8pPr marL="3429000" indent="-228600" defTabSz="4702175" eaLnBrk="0" fontAlgn="base" hangingPunct="0">
              <a:spcBef>
                <a:spcPct val="0"/>
              </a:spcBef>
              <a:spcAft>
                <a:spcPct val="0"/>
              </a:spcAft>
              <a:defRPr>
                <a:solidFill>
                  <a:schemeClr val="tx1"/>
                </a:solidFill>
                <a:latin typeface="Corbel" panose="020B0503020204020204" pitchFamily="34" charset="0"/>
              </a:defRPr>
            </a:lvl8pPr>
            <a:lvl9pPr marL="3886200" indent="-228600" defTabSz="4702175" eaLnBrk="0" fontAlgn="base" hangingPunct="0">
              <a:spcBef>
                <a:spcPct val="0"/>
              </a:spcBef>
              <a:spcAft>
                <a:spcPct val="0"/>
              </a:spcAft>
              <a:defRPr>
                <a:solidFill>
                  <a:schemeClr val="tx1"/>
                </a:solidFill>
                <a:latin typeface="Corbel" panose="020B0503020204020204" pitchFamily="34" charset="0"/>
              </a:defRPr>
            </a:lvl9pPr>
          </a:lstStyle>
          <a:p>
            <a:r>
              <a:rPr lang="en-US" sz="3100" b="1" dirty="0">
                <a:solidFill>
                  <a:schemeClr val="bg1"/>
                </a:solidFill>
                <a:latin typeface="Century Gothic"/>
              </a:rPr>
              <a:t>Are Team Efficiency, OK Count, and Sentiment Related? </a:t>
            </a:r>
            <a:r>
              <a:rPr lang="en-US" sz="3100" dirty="0">
                <a:solidFill>
                  <a:schemeClr val="bg1"/>
                </a:solidFill>
                <a:latin typeface="Century Gothic"/>
                <a:cs typeface="Tahoma"/>
              </a:rPr>
              <a:t>(By teams, n = 6, audio data aggregated to team level)</a:t>
            </a:r>
          </a:p>
          <a:p>
            <a:pPr marL="1200150" lvl="1" indent="-457200">
              <a:buFont typeface="Arial"/>
              <a:buChar char="•"/>
            </a:pPr>
            <a:r>
              <a:rPr lang="en-US" sz="3100" dirty="0">
                <a:solidFill>
                  <a:schemeClr val="bg1"/>
                </a:solidFill>
                <a:latin typeface="Century Gothic"/>
                <a:cs typeface="Tahoma"/>
              </a:rPr>
              <a:t>Multiple regression was conducted to predict Team Sentiment from Team Efficiency and OK Count</a:t>
            </a:r>
          </a:p>
          <a:p>
            <a:pPr marL="1200150" lvl="1" indent="-457200">
              <a:buFont typeface="Arial"/>
              <a:buChar char="•"/>
            </a:pPr>
            <a:r>
              <a:rPr lang="en-US" sz="3100" dirty="0">
                <a:solidFill>
                  <a:schemeClr val="bg1"/>
                </a:solidFill>
                <a:latin typeface="Century Gothic"/>
                <a:cs typeface="Tahoma"/>
              </a:rPr>
              <a:t>The model was statistically significant and explained 79.2% of the variance in sentiment (</a:t>
            </a:r>
            <a:r>
              <a:rPr lang="en-US" sz="3100" i="1" dirty="0">
                <a:solidFill>
                  <a:schemeClr val="bg1"/>
                </a:solidFill>
                <a:latin typeface="Century Gothic"/>
                <a:cs typeface="Tahoma"/>
              </a:rPr>
              <a:t>R²</a:t>
            </a:r>
            <a:r>
              <a:rPr lang="en-US" sz="3100" dirty="0">
                <a:solidFill>
                  <a:schemeClr val="bg1"/>
                </a:solidFill>
                <a:latin typeface="Century Gothic"/>
                <a:cs typeface="Tahoma"/>
              </a:rPr>
              <a:t> = 0.792), </a:t>
            </a:r>
            <a:r>
              <a:rPr lang="en-US" sz="3100" i="1" dirty="0">
                <a:solidFill>
                  <a:schemeClr val="bg1"/>
                </a:solidFill>
                <a:latin typeface="Century Gothic"/>
                <a:cs typeface="Tahoma"/>
              </a:rPr>
              <a:t>F</a:t>
            </a:r>
            <a:r>
              <a:rPr lang="en-US" sz="3100" dirty="0">
                <a:solidFill>
                  <a:schemeClr val="bg1"/>
                </a:solidFill>
                <a:latin typeface="Century Gothic"/>
                <a:cs typeface="Tahoma"/>
              </a:rPr>
              <a:t>(2,3) = 5.72, </a:t>
            </a:r>
            <a:r>
              <a:rPr lang="en-US" sz="3100" i="1" dirty="0">
                <a:solidFill>
                  <a:schemeClr val="bg1"/>
                </a:solidFill>
                <a:latin typeface="Century Gothic"/>
                <a:cs typeface="Tahoma"/>
              </a:rPr>
              <a:t>p </a:t>
            </a:r>
            <a:r>
              <a:rPr lang="en-US" sz="3100" dirty="0">
                <a:solidFill>
                  <a:schemeClr val="bg1"/>
                </a:solidFill>
                <a:latin typeface="Century Gothic"/>
                <a:cs typeface="Tahoma"/>
              </a:rPr>
              <a:t>= 0.046</a:t>
            </a:r>
          </a:p>
          <a:p>
            <a:pPr marL="1200150" lvl="1" indent="-457200">
              <a:buFont typeface="Arial"/>
              <a:buChar char="•"/>
            </a:pPr>
            <a:r>
              <a:rPr lang="en-US" sz="3100" dirty="0">
                <a:solidFill>
                  <a:schemeClr val="bg1"/>
                </a:solidFill>
                <a:latin typeface="Century Gothic"/>
                <a:cs typeface="Tahoma"/>
              </a:rPr>
              <a:t>Efficiency significantly predicted Sentiment (</a:t>
            </a:r>
            <a:r>
              <a:rPr lang="en-US" sz="3100" i="1" dirty="0">
                <a:solidFill>
                  <a:schemeClr val="bg1"/>
                </a:solidFill>
                <a:latin typeface="Century Gothic"/>
                <a:cs typeface="Tahoma"/>
              </a:rPr>
              <a:t>β </a:t>
            </a:r>
            <a:r>
              <a:rPr lang="en-US" sz="3100" dirty="0">
                <a:solidFill>
                  <a:schemeClr val="bg1"/>
                </a:solidFill>
                <a:latin typeface="Century Gothic"/>
                <a:cs typeface="Tahoma"/>
              </a:rPr>
              <a:t>= 0.619, </a:t>
            </a:r>
            <a:r>
              <a:rPr lang="en-US" sz="3100" i="1" dirty="0">
                <a:solidFill>
                  <a:schemeClr val="bg1"/>
                </a:solidFill>
                <a:latin typeface="Century Gothic"/>
                <a:cs typeface="Tahoma"/>
              </a:rPr>
              <a:t>t</a:t>
            </a:r>
            <a:r>
              <a:rPr lang="en-US" sz="3100" dirty="0">
                <a:solidFill>
                  <a:schemeClr val="bg1"/>
                </a:solidFill>
                <a:latin typeface="Century Gothic"/>
                <a:cs typeface="Tahoma"/>
              </a:rPr>
              <a:t>(3) = 2.94, </a:t>
            </a:r>
            <a:r>
              <a:rPr lang="en-US" sz="3100" i="1" dirty="0">
                <a:solidFill>
                  <a:schemeClr val="bg1"/>
                </a:solidFill>
                <a:latin typeface="Century Gothic"/>
                <a:cs typeface="Tahoma"/>
              </a:rPr>
              <a:t>p </a:t>
            </a:r>
            <a:r>
              <a:rPr lang="en-US" sz="3100" dirty="0">
                <a:solidFill>
                  <a:schemeClr val="bg1"/>
                </a:solidFill>
                <a:latin typeface="Century Gothic"/>
                <a:cs typeface="Tahoma"/>
              </a:rPr>
              <a:t>= 0.042)</a:t>
            </a:r>
          </a:p>
          <a:p>
            <a:pPr marL="1200150" lvl="1" indent="-457200">
              <a:buFont typeface="Arial"/>
              <a:buChar char="•"/>
            </a:pPr>
            <a:r>
              <a:rPr lang="en-US" sz="3100" dirty="0">
                <a:solidFill>
                  <a:schemeClr val="bg1"/>
                </a:solidFill>
                <a:latin typeface="Century Gothic"/>
                <a:cs typeface="Tahoma"/>
              </a:rPr>
              <a:t>OK Count positively predicted Sentiment but was not statistically significant (</a:t>
            </a:r>
            <a:r>
              <a:rPr lang="en-US" sz="3100" i="1" dirty="0">
                <a:solidFill>
                  <a:schemeClr val="bg1"/>
                </a:solidFill>
                <a:latin typeface="Century Gothic"/>
                <a:cs typeface="Tahoma"/>
              </a:rPr>
              <a:t>β </a:t>
            </a:r>
            <a:r>
              <a:rPr lang="en-US" sz="3100" dirty="0">
                <a:solidFill>
                  <a:schemeClr val="bg1"/>
                </a:solidFill>
                <a:latin typeface="Century Gothic"/>
                <a:cs typeface="Tahoma"/>
              </a:rPr>
              <a:t>= 0.381, </a:t>
            </a:r>
            <a:r>
              <a:rPr lang="en-US" sz="3100" i="1" dirty="0">
                <a:solidFill>
                  <a:schemeClr val="bg1"/>
                </a:solidFill>
                <a:latin typeface="Century Gothic"/>
                <a:cs typeface="Tahoma"/>
              </a:rPr>
              <a:t>t</a:t>
            </a:r>
            <a:r>
              <a:rPr lang="en-US" sz="3100" dirty="0">
                <a:solidFill>
                  <a:schemeClr val="bg1"/>
                </a:solidFill>
                <a:latin typeface="Century Gothic"/>
                <a:cs typeface="Tahoma"/>
              </a:rPr>
              <a:t>(3) = 1.81, </a:t>
            </a:r>
            <a:r>
              <a:rPr lang="en-US" sz="3100" i="1" dirty="0">
                <a:solidFill>
                  <a:schemeClr val="bg1"/>
                </a:solidFill>
                <a:latin typeface="Century Gothic"/>
                <a:cs typeface="Tahoma"/>
              </a:rPr>
              <a:t>p </a:t>
            </a:r>
            <a:r>
              <a:rPr lang="en-US" sz="3100" dirty="0">
                <a:solidFill>
                  <a:schemeClr val="bg1"/>
                </a:solidFill>
                <a:latin typeface="Century Gothic"/>
                <a:cs typeface="Tahoma"/>
              </a:rPr>
              <a:t>= 0.138)</a:t>
            </a:r>
          </a:p>
          <a:p>
            <a:r>
              <a:rPr lang="en-US" sz="3100" b="1" dirty="0">
                <a:solidFill>
                  <a:schemeClr val="bg1"/>
                </a:solidFill>
                <a:latin typeface="Century Gothic"/>
                <a:cs typeface="Tahoma"/>
              </a:rPr>
              <a:t>Correlations (reported after regression):</a:t>
            </a:r>
          </a:p>
          <a:p>
            <a:pPr marL="1200150" lvl="1" indent="-457200">
              <a:buFont typeface="Arial"/>
              <a:buChar char="•"/>
            </a:pPr>
            <a:r>
              <a:rPr lang="en-US" sz="3100" i="1" dirty="0">
                <a:solidFill>
                  <a:schemeClr val="bg1"/>
                </a:solidFill>
                <a:latin typeface="Century Gothic"/>
                <a:cs typeface="Tahoma"/>
              </a:rPr>
              <a:t>r </a:t>
            </a:r>
            <a:r>
              <a:rPr lang="en-US" sz="3100" dirty="0">
                <a:solidFill>
                  <a:schemeClr val="bg1"/>
                </a:solidFill>
                <a:latin typeface="Century Gothic"/>
                <a:cs typeface="Tahoma"/>
              </a:rPr>
              <a:t>= 0.756, </a:t>
            </a:r>
            <a:r>
              <a:rPr lang="en-US" sz="3100" i="1" dirty="0">
                <a:solidFill>
                  <a:schemeClr val="bg1"/>
                </a:solidFill>
                <a:latin typeface="Century Gothic"/>
                <a:cs typeface="Tahoma"/>
              </a:rPr>
              <a:t>p </a:t>
            </a:r>
            <a:r>
              <a:rPr lang="en-US" sz="3100" dirty="0">
                <a:solidFill>
                  <a:schemeClr val="bg1"/>
                </a:solidFill>
                <a:latin typeface="Century Gothic"/>
                <a:cs typeface="Tahoma"/>
              </a:rPr>
              <a:t>= 0.028 → Efficiency × Sentiment</a:t>
            </a:r>
            <a:endParaRPr lang="en-US" sz="3100" dirty="0">
              <a:solidFill>
                <a:schemeClr val="bg1"/>
              </a:solidFill>
              <a:latin typeface="Century Gothic"/>
            </a:endParaRPr>
          </a:p>
          <a:p>
            <a:pPr marL="1200150" lvl="1" indent="-457200">
              <a:buFont typeface="Arial"/>
              <a:buChar char="•"/>
            </a:pPr>
            <a:r>
              <a:rPr lang="en-US" sz="3100" i="1" dirty="0">
                <a:solidFill>
                  <a:schemeClr val="bg1"/>
                </a:solidFill>
                <a:latin typeface="Century Gothic"/>
                <a:cs typeface="Tahoma"/>
              </a:rPr>
              <a:t>r </a:t>
            </a:r>
            <a:r>
              <a:rPr lang="en-US" sz="3100" dirty="0">
                <a:solidFill>
                  <a:schemeClr val="bg1"/>
                </a:solidFill>
                <a:latin typeface="Century Gothic"/>
                <a:cs typeface="Tahoma"/>
              </a:rPr>
              <a:t>= 0.588, </a:t>
            </a:r>
            <a:r>
              <a:rPr lang="en-US" sz="3100" i="1" dirty="0">
                <a:solidFill>
                  <a:schemeClr val="bg1"/>
                </a:solidFill>
                <a:latin typeface="Century Gothic"/>
                <a:cs typeface="Tahoma"/>
              </a:rPr>
              <a:t>p </a:t>
            </a:r>
            <a:r>
              <a:rPr lang="en-US" sz="3100" dirty="0">
                <a:solidFill>
                  <a:schemeClr val="bg1"/>
                </a:solidFill>
                <a:latin typeface="Century Gothic"/>
                <a:cs typeface="Tahoma"/>
              </a:rPr>
              <a:t>= 0.116 → OK Count × Sentiment</a:t>
            </a:r>
            <a:endParaRPr lang="en-US" sz="3100" dirty="0">
              <a:solidFill>
                <a:schemeClr val="bg1"/>
              </a:solidFill>
              <a:latin typeface="Century Gothic"/>
            </a:endParaRPr>
          </a:p>
          <a:p>
            <a:r>
              <a:rPr lang="en-US" sz="3100" b="1" dirty="0">
                <a:solidFill>
                  <a:schemeClr val="bg1"/>
                </a:solidFill>
                <a:latin typeface="Century Gothic"/>
                <a:cs typeface="Tahoma"/>
              </a:rPr>
              <a:t>Interpretation:</a:t>
            </a:r>
            <a:r>
              <a:rPr lang="en-US" sz="3100" dirty="0">
                <a:solidFill>
                  <a:schemeClr val="bg1"/>
                </a:solidFill>
                <a:latin typeface="Century Gothic"/>
                <a:cs typeface="Tahoma"/>
              </a:rPr>
              <a:t> Teams that were more efficient (proposed more solutions relative to problems) showed significantly more positive sentiment. Agreement (OK count) showed a positive relationship but was not statistically significant in this sample.</a:t>
            </a:r>
          </a:p>
        </p:txBody>
      </p:sp>
      <p:pic>
        <p:nvPicPr>
          <p:cNvPr id="5132" name="Picture 78" descr="W:\Templates\Test Templates\Scientific Posters\Online\Custom School Templates\Findlay\New Logo (PMS 151)\Findlay_LogoWhite.wmf">
            <a:extLst>
              <a:ext uri="{FF2B5EF4-FFF2-40B4-BE49-F238E27FC236}">
                <a16:creationId xmlns:a16="http://schemas.microsoft.com/office/drawing/2014/main" id="{24F5E8C6-8FE3-54DD-440F-99927C6DC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0033" y="29564819"/>
            <a:ext cx="9144000" cy="17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3" name="Text Box 85">
            <a:extLst>
              <a:ext uri="{FF2B5EF4-FFF2-40B4-BE49-F238E27FC236}">
                <a16:creationId xmlns:a16="http://schemas.microsoft.com/office/drawing/2014/main" id="{1C9B372D-48A4-5846-235B-0E13F7155A7A}"/>
              </a:ext>
            </a:extLst>
          </p:cNvPr>
          <p:cNvSpPr txBox="1">
            <a:spLocks noChangeArrowheads="1"/>
          </p:cNvSpPr>
          <p:nvPr/>
        </p:nvSpPr>
        <p:spPr bwMode="auto">
          <a:xfrm>
            <a:off x="33986618" y="20010610"/>
            <a:ext cx="9144000" cy="6312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lstStyle>
            <a:lvl1pPr defTabSz="4702175">
              <a:defRPr>
                <a:solidFill>
                  <a:schemeClr val="tx1"/>
                </a:solidFill>
                <a:latin typeface="Corbel" panose="020B0503020204020204" pitchFamily="34" charset="0"/>
              </a:defRPr>
            </a:lvl1pPr>
            <a:lvl2pPr marL="742950" indent="-285750" defTabSz="4702175">
              <a:defRPr>
                <a:solidFill>
                  <a:schemeClr val="tx1"/>
                </a:solidFill>
                <a:latin typeface="Corbel" panose="020B0503020204020204" pitchFamily="34" charset="0"/>
              </a:defRPr>
            </a:lvl2pPr>
            <a:lvl3pPr marL="1143000" indent="-228600" defTabSz="4702175">
              <a:defRPr>
                <a:solidFill>
                  <a:schemeClr val="tx1"/>
                </a:solidFill>
                <a:latin typeface="Corbel" panose="020B0503020204020204" pitchFamily="34" charset="0"/>
              </a:defRPr>
            </a:lvl3pPr>
            <a:lvl4pPr marL="1600200" indent="-228600" defTabSz="4702175">
              <a:defRPr>
                <a:solidFill>
                  <a:schemeClr val="tx1"/>
                </a:solidFill>
                <a:latin typeface="Corbel" panose="020B0503020204020204" pitchFamily="34" charset="0"/>
              </a:defRPr>
            </a:lvl4pPr>
            <a:lvl5pPr marL="2057400" indent="-228600" defTabSz="4702175">
              <a:defRPr>
                <a:solidFill>
                  <a:schemeClr val="tx1"/>
                </a:solidFill>
                <a:latin typeface="Corbel" panose="020B0503020204020204" pitchFamily="34" charset="0"/>
              </a:defRPr>
            </a:lvl5pPr>
            <a:lvl6pPr marL="2514600" indent="-228600" defTabSz="4702175" eaLnBrk="0" fontAlgn="base" hangingPunct="0">
              <a:spcBef>
                <a:spcPct val="0"/>
              </a:spcBef>
              <a:spcAft>
                <a:spcPct val="0"/>
              </a:spcAft>
              <a:defRPr>
                <a:solidFill>
                  <a:schemeClr val="tx1"/>
                </a:solidFill>
                <a:latin typeface="Corbel" panose="020B0503020204020204" pitchFamily="34" charset="0"/>
              </a:defRPr>
            </a:lvl6pPr>
            <a:lvl7pPr marL="2971800" indent="-228600" defTabSz="4702175" eaLnBrk="0" fontAlgn="base" hangingPunct="0">
              <a:spcBef>
                <a:spcPct val="0"/>
              </a:spcBef>
              <a:spcAft>
                <a:spcPct val="0"/>
              </a:spcAft>
              <a:defRPr>
                <a:solidFill>
                  <a:schemeClr val="tx1"/>
                </a:solidFill>
                <a:latin typeface="Corbel" panose="020B0503020204020204" pitchFamily="34" charset="0"/>
              </a:defRPr>
            </a:lvl7pPr>
            <a:lvl8pPr marL="3429000" indent="-228600" defTabSz="4702175" eaLnBrk="0" fontAlgn="base" hangingPunct="0">
              <a:spcBef>
                <a:spcPct val="0"/>
              </a:spcBef>
              <a:spcAft>
                <a:spcPct val="0"/>
              </a:spcAft>
              <a:defRPr>
                <a:solidFill>
                  <a:schemeClr val="tx1"/>
                </a:solidFill>
                <a:latin typeface="Corbel" panose="020B0503020204020204" pitchFamily="34" charset="0"/>
              </a:defRPr>
            </a:lvl8pPr>
            <a:lvl9pPr marL="3886200" indent="-228600" defTabSz="4702175" eaLnBrk="0" fontAlgn="base" hangingPunct="0">
              <a:spcBef>
                <a:spcPct val="0"/>
              </a:spcBef>
              <a:spcAft>
                <a:spcPct val="0"/>
              </a:spcAft>
              <a:defRPr>
                <a:solidFill>
                  <a:schemeClr val="tx1"/>
                </a:solidFill>
                <a:latin typeface="Corbel" panose="020B0503020204020204" pitchFamily="34" charset="0"/>
              </a:defRPr>
            </a:lvl9pPr>
          </a:lstStyle>
          <a:p>
            <a:pPr marL="457200" indent="-457200">
              <a:spcAft>
                <a:spcPts val="1800"/>
              </a:spcAft>
              <a:buFont typeface="Arial"/>
              <a:buChar char="•"/>
            </a:pPr>
            <a:r>
              <a:rPr lang="en-US" sz="3100" dirty="0">
                <a:latin typeface="Century Gothic"/>
              </a:rPr>
              <a:t>Efficiency and </a:t>
            </a:r>
            <a:r>
              <a:rPr lang="en-US" sz="3100" dirty="0" err="1">
                <a:latin typeface="Century Gothic"/>
              </a:rPr>
              <a:t>OK_Count</a:t>
            </a:r>
            <a:r>
              <a:rPr lang="en-US" sz="3100" dirty="0">
                <a:latin typeface="Century Gothic"/>
              </a:rPr>
              <a:t> predict more positive Sentiment at the individual level</a:t>
            </a:r>
          </a:p>
          <a:p>
            <a:pPr marL="457200" indent="-457200">
              <a:spcAft>
                <a:spcPts val="1800"/>
              </a:spcAft>
              <a:buFont typeface="Arial"/>
              <a:buChar char="•"/>
            </a:pPr>
            <a:r>
              <a:rPr lang="en-US" sz="3100" dirty="0">
                <a:latin typeface="Century Gothic"/>
              </a:rPr>
              <a:t>Collaboration is the strongest survey predictor of Confidence</a:t>
            </a:r>
          </a:p>
          <a:p>
            <a:pPr marL="457200" indent="-457200">
              <a:spcAft>
                <a:spcPts val="1800"/>
              </a:spcAft>
              <a:buFont typeface="Arial"/>
              <a:buChar char="•"/>
            </a:pPr>
            <a:r>
              <a:rPr lang="en-US" sz="3100" dirty="0">
                <a:latin typeface="Century Gothic"/>
              </a:rPr>
              <a:t>Combined audio + survey regression model explained a large portion of variance in Confidence (</a:t>
            </a:r>
            <a:r>
              <a:rPr lang="en-US" sz="3100" i="1" dirty="0">
                <a:latin typeface="Century Gothic"/>
              </a:rPr>
              <a:t>R² </a:t>
            </a:r>
            <a:r>
              <a:rPr lang="en-US" sz="3100" dirty="0">
                <a:latin typeface="Century Gothic"/>
              </a:rPr>
              <a:t>= 0.87)</a:t>
            </a:r>
            <a:endParaRPr lang="en-US" sz="3100" i="1" dirty="0">
              <a:latin typeface="Century Gothic"/>
            </a:endParaRPr>
          </a:p>
          <a:p>
            <a:pPr marL="457200" indent="-457200">
              <a:spcAft>
                <a:spcPts val="1800"/>
              </a:spcAft>
              <a:buFont typeface="Arial"/>
              <a:buChar char="•"/>
            </a:pPr>
            <a:r>
              <a:rPr lang="en-US" sz="3100" dirty="0">
                <a:latin typeface="Century Gothic"/>
              </a:rPr>
              <a:t>Findings support the development of an automated assessment prototype tool to assist instructors in monitoring and providing early team intervention</a:t>
            </a:r>
          </a:p>
          <a:p>
            <a:pPr marL="457200" indent="-457200">
              <a:spcAft>
                <a:spcPts val="1800"/>
              </a:spcAft>
              <a:buFont typeface="Arial"/>
              <a:buChar char="•"/>
            </a:pPr>
            <a:endParaRPr lang="en-US" sz="3100" dirty="0">
              <a:latin typeface="Century Gothic"/>
            </a:endParaRPr>
          </a:p>
          <a:p>
            <a:pPr>
              <a:spcBef>
                <a:spcPts val="50"/>
              </a:spcBef>
              <a:spcAft>
                <a:spcPts val="1800"/>
              </a:spcAft>
            </a:pPr>
            <a:endParaRPr lang="en-US" sz="3100" dirty="0">
              <a:latin typeface="Century Gothic" panose="020B0502020202020204" pitchFamily="34" charset="0"/>
              <a:cs typeface="Tahoma" panose="020B0604030504040204" pitchFamily="34" charset="0"/>
            </a:endParaRPr>
          </a:p>
        </p:txBody>
      </p:sp>
      <p:sp>
        <p:nvSpPr>
          <p:cNvPr id="65" name="AutoShape 42">
            <a:extLst>
              <a:ext uri="{FF2B5EF4-FFF2-40B4-BE49-F238E27FC236}">
                <a16:creationId xmlns:a16="http://schemas.microsoft.com/office/drawing/2014/main" id="{5BA5417C-9DE8-6952-484B-AB84820A825A}"/>
              </a:ext>
            </a:extLst>
          </p:cNvPr>
          <p:cNvSpPr>
            <a:spLocks noChangeArrowheads="1"/>
          </p:cNvSpPr>
          <p:nvPr/>
        </p:nvSpPr>
        <p:spPr bwMode="auto">
          <a:xfrm>
            <a:off x="651712" y="6940294"/>
            <a:ext cx="9144000" cy="1143000"/>
          </a:xfrm>
          <a:prstGeom prst="roundRect">
            <a:avLst>
              <a:gd name="adj" fmla="val 16667"/>
            </a:avLst>
          </a:pr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600">
                <a:solidFill>
                  <a:schemeClr val="tx1"/>
                </a:solidFill>
                <a:latin typeface="Calibri" panose="020F0502020204030204" pitchFamily="34" charset="0"/>
                <a:cs typeface="Arial" panose="020B0604020202020204" pitchFamily="34" charset="0"/>
              </a:defRPr>
            </a:lvl1pPr>
            <a:lvl2pPr marL="742950" indent="-285750" eaLnBrk="0" hangingPunct="0">
              <a:defRPr sz="8600">
                <a:solidFill>
                  <a:schemeClr val="tx1"/>
                </a:solidFill>
                <a:latin typeface="Calibri" panose="020F0502020204030204" pitchFamily="34" charset="0"/>
                <a:cs typeface="Arial" panose="020B0604020202020204" pitchFamily="34" charset="0"/>
              </a:defRPr>
            </a:lvl2pPr>
            <a:lvl3pPr marL="1143000" indent="-228600" eaLnBrk="0" hangingPunct="0">
              <a:defRPr sz="8600">
                <a:solidFill>
                  <a:schemeClr val="tx1"/>
                </a:solidFill>
                <a:latin typeface="Calibri" panose="020F0502020204030204" pitchFamily="34" charset="0"/>
                <a:cs typeface="Arial" panose="020B0604020202020204" pitchFamily="34" charset="0"/>
              </a:defRPr>
            </a:lvl3pPr>
            <a:lvl4pPr marL="1600200" indent="-228600" eaLnBrk="0" hangingPunct="0">
              <a:defRPr sz="8600">
                <a:solidFill>
                  <a:schemeClr val="tx1"/>
                </a:solidFill>
                <a:latin typeface="Calibri" panose="020F0502020204030204" pitchFamily="34" charset="0"/>
                <a:cs typeface="Arial" panose="020B0604020202020204" pitchFamily="34" charset="0"/>
              </a:defRPr>
            </a:lvl4pPr>
            <a:lvl5pPr marL="2057400" indent="-228600" eaLnBrk="0" hangingPunct="0">
              <a:defRPr sz="8600">
                <a:solidFill>
                  <a:schemeClr val="tx1"/>
                </a:solidFill>
                <a:latin typeface="Calibri" panose="020F0502020204030204" pitchFamily="34" charset="0"/>
                <a:cs typeface="Arial" panose="020B0604020202020204" pitchFamily="34" charset="0"/>
              </a:defRPr>
            </a:lvl5pPr>
            <a:lvl6pPr marL="25146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6pPr>
            <a:lvl7pPr marL="29718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7pPr>
            <a:lvl8pPr marL="34290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8pPr>
            <a:lvl9pPr marL="38862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9pPr>
          </a:lstStyle>
          <a:p>
            <a:pPr algn="ctr" eaLnBrk="1" fontAlgn="auto" hangingPunct="1">
              <a:spcBef>
                <a:spcPts val="0"/>
              </a:spcBef>
              <a:spcAft>
                <a:spcPts val="0"/>
              </a:spcAft>
              <a:defRPr/>
            </a:pPr>
            <a:r>
              <a:rPr lang="en-US" altLang="en-US" sz="6000" b="1" u="sng" dirty="0">
                <a:solidFill>
                  <a:schemeClr val="bg1"/>
                </a:solidFill>
                <a:latin typeface="Century Gothic" panose="020B0502020202020204" pitchFamily="34" charset="0"/>
                <a:cs typeface="Times New Roman" panose="02020603050405020304" pitchFamily="18" charset="0"/>
              </a:rPr>
              <a:t>ABSTRACT</a:t>
            </a:r>
            <a:endParaRPr lang="en-US" altLang="en-US" sz="6000" dirty="0">
              <a:solidFill>
                <a:schemeClr val="bg1"/>
              </a:solidFill>
            </a:endParaRPr>
          </a:p>
        </p:txBody>
      </p:sp>
      <p:sp>
        <p:nvSpPr>
          <p:cNvPr id="67" name="AutoShape 42">
            <a:extLst>
              <a:ext uri="{FF2B5EF4-FFF2-40B4-BE49-F238E27FC236}">
                <a16:creationId xmlns:a16="http://schemas.microsoft.com/office/drawing/2014/main" id="{949A4629-80EF-CD6D-6AF6-CC751D67806D}"/>
              </a:ext>
            </a:extLst>
          </p:cNvPr>
          <p:cNvSpPr>
            <a:spLocks noChangeArrowheads="1"/>
          </p:cNvSpPr>
          <p:nvPr/>
        </p:nvSpPr>
        <p:spPr bwMode="auto">
          <a:xfrm>
            <a:off x="651712" y="19177908"/>
            <a:ext cx="9144000" cy="1143000"/>
          </a:xfrm>
          <a:prstGeom prst="roundRect">
            <a:avLst>
              <a:gd name="adj" fmla="val 16667"/>
            </a:avLst>
          </a:pr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600">
                <a:solidFill>
                  <a:schemeClr val="tx1"/>
                </a:solidFill>
                <a:latin typeface="Calibri" panose="020F0502020204030204" pitchFamily="34" charset="0"/>
                <a:cs typeface="Arial" panose="020B0604020202020204" pitchFamily="34" charset="0"/>
              </a:defRPr>
            </a:lvl1pPr>
            <a:lvl2pPr marL="742950" indent="-285750" eaLnBrk="0" hangingPunct="0">
              <a:defRPr sz="8600">
                <a:solidFill>
                  <a:schemeClr val="tx1"/>
                </a:solidFill>
                <a:latin typeface="Calibri" panose="020F0502020204030204" pitchFamily="34" charset="0"/>
                <a:cs typeface="Arial" panose="020B0604020202020204" pitchFamily="34" charset="0"/>
              </a:defRPr>
            </a:lvl2pPr>
            <a:lvl3pPr marL="1143000" indent="-228600" eaLnBrk="0" hangingPunct="0">
              <a:defRPr sz="8600">
                <a:solidFill>
                  <a:schemeClr val="tx1"/>
                </a:solidFill>
                <a:latin typeface="Calibri" panose="020F0502020204030204" pitchFamily="34" charset="0"/>
                <a:cs typeface="Arial" panose="020B0604020202020204" pitchFamily="34" charset="0"/>
              </a:defRPr>
            </a:lvl3pPr>
            <a:lvl4pPr marL="1600200" indent="-228600" eaLnBrk="0" hangingPunct="0">
              <a:defRPr sz="8600">
                <a:solidFill>
                  <a:schemeClr val="tx1"/>
                </a:solidFill>
                <a:latin typeface="Calibri" panose="020F0502020204030204" pitchFamily="34" charset="0"/>
                <a:cs typeface="Arial" panose="020B0604020202020204" pitchFamily="34" charset="0"/>
              </a:defRPr>
            </a:lvl4pPr>
            <a:lvl5pPr marL="2057400" indent="-228600" eaLnBrk="0" hangingPunct="0">
              <a:defRPr sz="8600">
                <a:solidFill>
                  <a:schemeClr val="tx1"/>
                </a:solidFill>
                <a:latin typeface="Calibri" panose="020F0502020204030204" pitchFamily="34" charset="0"/>
                <a:cs typeface="Arial" panose="020B0604020202020204" pitchFamily="34" charset="0"/>
              </a:defRPr>
            </a:lvl5pPr>
            <a:lvl6pPr marL="25146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6pPr>
            <a:lvl7pPr marL="29718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7pPr>
            <a:lvl8pPr marL="34290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8pPr>
            <a:lvl9pPr marL="38862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9pPr>
          </a:lstStyle>
          <a:p>
            <a:pPr algn="ctr" eaLnBrk="1" fontAlgn="auto" hangingPunct="1">
              <a:spcBef>
                <a:spcPts val="0"/>
              </a:spcBef>
              <a:spcAft>
                <a:spcPts val="0"/>
              </a:spcAft>
              <a:defRPr/>
            </a:pPr>
            <a:r>
              <a:rPr lang="en-US" altLang="en-US" sz="6000" b="1" u="sng" dirty="0">
                <a:solidFill>
                  <a:schemeClr val="bg1"/>
                </a:solidFill>
                <a:latin typeface="Century Gothic" panose="020B0502020202020204" pitchFamily="34" charset="0"/>
                <a:cs typeface="Times New Roman" panose="02020603050405020304" pitchFamily="18" charset="0"/>
              </a:rPr>
              <a:t>INTRODUCTION</a:t>
            </a:r>
            <a:endParaRPr lang="en-US" altLang="en-US" sz="6000" dirty="0">
              <a:solidFill>
                <a:schemeClr val="bg1"/>
              </a:solidFill>
            </a:endParaRPr>
          </a:p>
        </p:txBody>
      </p:sp>
      <p:sp>
        <p:nvSpPr>
          <p:cNvPr id="68" name="AutoShape 42">
            <a:extLst>
              <a:ext uri="{FF2B5EF4-FFF2-40B4-BE49-F238E27FC236}">
                <a16:creationId xmlns:a16="http://schemas.microsoft.com/office/drawing/2014/main" id="{534E94DC-F6C0-65A6-50FC-F3AB40010B04}"/>
              </a:ext>
            </a:extLst>
          </p:cNvPr>
          <p:cNvSpPr>
            <a:spLocks noChangeArrowheads="1"/>
          </p:cNvSpPr>
          <p:nvPr/>
        </p:nvSpPr>
        <p:spPr bwMode="auto">
          <a:xfrm>
            <a:off x="33986618" y="18704997"/>
            <a:ext cx="9144000" cy="1143000"/>
          </a:xfrm>
          <a:prstGeom prst="roundRect">
            <a:avLst>
              <a:gd name="adj" fmla="val 16667"/>
            </a:avLst>
          </a:pr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600">
                <a:solidFill>
                  <a:schemeClr val="tx1"/>
                </a:solidFill>
                <a:latin typeface="Calibri" panose="020F0502020204030204" pitchFamily="34" charset="0"/>
                <a:cs typeface="Arial" panose="020B0604020202020204" pitchFamily="34" charset="0"/>
              </a:defRPr>
            </a:lvl1pPr>
            <a:lvl2pPr marL="742950" indent="-285750" eaLnBrk="0" hangingPunct="0">
              <a:defRPr sz="8600">
                <a:solidFill>
                  <a:schemeClr val="tx1"/>
                </a:solidFill>
                <a:latin typeface="Calibri" panose="020F0502020204030204" pitchFamily="34" charset="0"/>
                <a:cs typeface="Arial" panose="020B0604020202020204" pitchFamily="34" charset="0"/>
              </a:defRPr>
            </a:lvl2pPr>
            <a:lvl3pPr marL="1143000" indent="-228600" eaLnBrk="0" hangingPunct="0">
              <a:defRPr sz="8600">
                <a:solidFill>
                  <a:schemeClr val="tx1"/>
                </a:solidFill>
                <a:latin typeface="Calibri" panose="020F0502020204030204" pitchFamily="34" charset="0"/>
                <a:cs typeface="Arial" panose="020B0604020202020204" pitchFamily="34" charset="0"/>
              </a:defRPr>
            </a:lvl3pPr>
            <a:lvl4pPr marL="1600200" indent="-228600" eaLnBrk="0" hangingPunct="0">
              <a:defRPr sz="8600">
                <a:solidFill>
                  <a:schemeClr val="tx1"/>
                </a:solidFill>
                <a:latin typeface="Calibri" panose="020F0502020204030204" pitchFamily="34" charset="0"/>
                <a:cs typeface="Arial" panose="020B0604020202020204" pitchFamily="34" charset="0"/>
              </a:defRPr>
            </a:lvl4pPr>
            <a:lvl5pPr marL="2057400" indent="-228600" eaLnBrk="0" hangingPunct="0">
              <a:defRPr sz="8600">
                <a:solidFill>
                  <a:schemeClr val="tx1"/>
                </a:solidFill>
                <a:latin typeface="Calibri" panose="020F0502020204030204" pitchFamily="34" charset="0"/>
                <a:cs typeface="Arial" panose="020B0604020202020204" pitchFamily="34" charset="0"/>
              </a:defRPr>
            </a:lvl5pPr>
            <a:lvl6pPr marL="25146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6pPr>
            <a:lvl7pPr marL="29718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7pPr>
            <a:lvl8pPr marL="34290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8pPr>
            <a:lvl9pPr marL="3886200" indent="-228600" defTabSz="4387850"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9pPr>
          </a:lstStyle>
          <a:p>
            <a:pPr algn="ctr" eaLnBrk="1" fontAlgn="auto" hangingPunct="1">
              <a:spcBef>
                <a:spcPts val="0"/>
              </a:spcBef>
              <a:spcAft>
                <a:spcPts val="0"/>
              </a:spcAft>
              <a:defRPr/>
            </a:pPr>
            <a:r>
              <a:rPr lang="en-US" altLang="en-US" sz="6000" b="1" u="sng" dirty="0">
                <a:solidFill>
                  <a:schemeClr val="bg1"/>
                </a:solidFill>
                <a:latin typeface="Century Gothic" panose="020B0502020202020204" pitchFamily="34" charset="0"/>
                <a:cs typeface="Times New Roman" panose="02020603050405020304" pitchFamily="18" charset="0"/>
              </a:rPr>
              <a:t>CONCLUSIONS</a:t>
            </a:r>
            <a:endParaRPr lang="en-US" altLang="en-US" sz="6000" dirty="0">
              <a:solidFill>
                <a:schemeClr val="bg1"/>
              </a:solidFill>
            </a:endParaRPr>
          </a:p>
        </p:txBody>
      </p:sp>
      <p:sp>
        <p:nvSpPr>
          <p:cNvPr id="5163" name="AutoShape 42">
            <a:extLst>
              <a:ext uri="{FF2B5EF4-FFF2-40B4-BE49-F238E27FC236}">
                <a16:creationId xmlns:a16="http://schemas.microsoft.com/office/drawing/2014/main" id="{653B2791-2C9F-1073-B650-E4038BF49718}"/>
              </a:ext>
            </a:extLst>
          </p:cNvPr>
          <p:cNvSpPr>
            <a:spLocks noChangeArrowheads="1"/>
          </p:cNvSpPr>
          <p:nvPr/>
        </p:nvSpPr>
        <p:spPr bwMode="auto">
          <a:xfrm>
            <a:off x="33986618" y="6940294"/>
            <a:ext cx="9144000" cy="1143000"/>
          </a:xfrm>
          <a:prstGeom prst="roundRect">
            <a:avLst>
              <a:gd name="adj" fmla="val 16667"/>
            </a:avLst>
          </a:pr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6000" b="1" u="sng" dirty="0">
                <a:solidFill>
                  <a:schemeClr val="bg1"/>
                </a:solidFill>
                <a:latin typeface="Century Gothic"/>
                <a:cs typeface="Times New Roman"/>
              </a:rPr>
              <a:t>DATA DESCRIPTION</a:t>
            </a:r>
            <a:endParaRPr lang="en-US" sz="6000" dirty="0">
              <a:solidFill>
                <a:schemeClr val="bg1"/>
              </a:solidFill>
            </a:endParaRPr>
          </a:p>
        </p:txBody>
      </p:sp>
      <p:sp>
        <p:nvSpPr>
          <p:cNvPr id="5165" name="AutoShape 42">
            <a:extLst>
              <a:ext uri="{FF2B5EF4-FFF2-40B4-BE49-F238E27FC236}">
                <a16:creationId xmlns:a16="http://schemas.microsoft.com/office/drawing/2014/main" id="{E673066A-110A-7519-EB4B-D552FFC1DEA4}"/>
              </a:ext>
            </a:extLst>
          </p:cNvPr>
          <p:cNvSpPr>
            <a:spLocks noChangeArrowheads="1"/>
          </p:cNvSpPr>
          <p:nvPr/>
        </p:nvSpPr>
        <p:spPr bwMode="auto">
          <a:xfrm>
            <a:off x="11184068" y="6940294"/>
            <a:ext cx="21488400" cy="1143000"/>
          </a:xfrm>
          <a:prstGeom prst="roundRect">
            <a:avLst>
              <a:gd name="adj" fmla="val 16667"/>
            </a:avLst>
          </a:prstGeom>
          <a:solidFill>
            <a:srgbClr val="FB7D1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6000" b="1" u="sng" dirty="0">
                <a:solidFill>
                  <a:schemeClr val="bg1"/>
                </a:solidFill>
                <a:latin typeface="Century Gothic" panose="020B0502020202020204" pitchFamily="34" charset="0"/>
                <a:cs typeface="Times New Roman" panose="02020603050405020304" pitchFamily="18" charset="0"/>
              </a:rPr>
              <a:t>OUTCOMES</a:t>
            </a:r>
            <a:endParaRPr lang="en-US" altLang="en-US" sz="6000" dirty="0">
              <a:solidFill>
                <a:schemeClr val="bg1"/>
              </a:solidFill>
              <a:latin typeface="Calibri" panose="020F0502020204030204" pitchFamily="34" charset="0"/>
              <a:cs typeface="Arial" panose="020B0604020202020204" pitchFamily="34" charset="0"/>
            </a:endParaRPr>
          </a:p>
        </p:txBody>
      </p:sp>
      <p:sp>
        <p:nvSpPr>
          <p:cNvPr id="95" name="Text Box 83">
            <a:extLst>
              <a:ext uri="{FF2B5EF4-FFF2-40B4-BE49-F238E27FC236}">
                <a16:creationId xmlns:a16="http://schemas.microsoft.com/office/drawing/2014/main" id="{4A8AB6FA-DB53-25CD-6D64-E198F8AA0F9B}"/>
              </a:ext>
            </a:extLst>
          </p:cNvPr>
          <p:cNvSpPr txBox="1">
            <a:spLocks noChangeArrowheads="1"/>
          </p:cNvSpPr>
          <p:nvPr/>
        </p:nvSpPr>
        <p:spPr bwMode="auto">
          <a:xfrm>
            <a:off x="11184068" y="8297004"/>
            <a:ext cx="21488400" cy="6994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lstStyle>
            <a:lvl1pPr defTabSz="4702175">
              <a:defRPr>
                <a:solidFill>
                  <a:schemeClr val="tx1"/>
                </a:solidFill>
                <a:latin typeface="Corbel" panose="020B0503020204020204" pitchFamily="34" charset="0"/>
              </a:defRPr>
            </a:lvl1pPr>
            <a:lvl2pPr marL="742950" indent="-285750" defTabSz="4702175">
              <a:defRPr>
                <a:solidFill>
                  <a:schemeClr val="tx1"/>
                </a:solidFill>
                <a:latin typeface="Corbel" panose="020B0503020204020204" pitchFamily="34" charset="0"/>
              </a:defRPr>
            </a:lvl2pPr>
            <a:lvl3pPr marL="1143000" indent="-228600" defTabSz="4702175">
              <a:defRPr>
                <a:solidFill>
                  <a:schemeClr val="tx1"/>
                </a:solidFill>
                <a:latin typeface="Corbel" panose="020B0503020204020204" pitchFamily="34" charset="0"/>
              </a:defRPr>
            </a:lvl3pPr>
            <a:lvl4pPr marL="1600200" indent="-228600" defTabSz="4702175">
              <a:defRPr>
                <a:solidFill>
                  <a:schemeClr val="tx1"/>
                </a:solidFill>
                <a:latin typeface="Corbel" panose="020B0503020204020204" pitchFamily="34" charset="0"/>
              </a:defRPr>
            </a:lvl4pPr>
            <a:lvl5pPr marL="2057400" indent="-228600" defTabSz="4702175">
              <a:defRPr>
                <a:solidFill>
                  <a:schemeClr val="tx1"/>
                </a:solidFill>
                <a:latin typeface="Corbel" panose="020B0503020204020204" pitchFamily="34" charset="0"/>
              </a:defRPr>
            </a:lvl5pPr>
            <a:lvl6pPr marL="2514600" indent="-228600" defTabSz="4702175" eaLnBrk="0" fontAlgn="base" hangingPunct="0">
              <a:spcBef>
                <a:spcPct val="0"/>
              </a:spcBef>
              <a:spcAft>
                <a:spcPct val="0"/>
              </a:spcAft>
              <a:defRPr>
                <a:solidFill>
                  <a:schemeClr val="tx1"/>
                </a:solidFill>
                <a:latin typeface="Corbel" panose="020B0503020204020204" pitchFamily="34" charset="0"/>
              </a:defRPr>
            </a:lvl6pPr>
            <a:lvl7pPr marL="2971800" indent="-228600" defTabSz="4702175" eaLnBrk="0" fontAlgn="base" hangingPunct="0">
              <a:spcBef>
                <a:spcPct val="0"/>
              </a:spcBef>
              <a:spcAft>
                <a:spcPct val="0"/>
              </a:spcAft>
              <a:defRPr>
                <a:solidFill>
                  <a:schemeClr val="tx1"/>
                </a:solidFill>
                <a:latin typeface="Corbel" panose="020B0503020204020204" pitchFamily="34" charset="0"/>
              </a:defRPr>
            </a:lvl7pPr>
            <a:lvl8pPr marL="3429000" indent="-228600" defTabSz="4702175" eaLnBrk="0" fontAlgn="base" hangingPunct="0">
              <a:spcBef>
                <a:spcPct val="0"/>
              </a:spcBef>
              <a:spcAft>
                <a:spcPct val="0"/>
              </a:spcAft>
              <a:defRPr>
                <a:solidFill>
                  <a:schemeClr val="tx1"/>
                </a:solidFill>
                <a:latin typeface="Corbel" panose="020B0503020204020204" pitchFamily="34" charset="0"/>
              </a:defRPr>
            </a:lvl8pPr>
            <a:lvl9pPr marL="3886200" indent="-228600" defTabSz="4702175" eaLnBrk="0" fontAlgn="base" hangingPunct="0">
              <a:spcBef>
                <a:spcPct val="0"/>
              </a:spcBef>
              <a:spcAft>
                <a:spcPct val="0"/>
              </a:spcAft>
              <a:defRPr>
                <a:solidFill>
                  <a:schemeClr val="tx1"/>
                </a:solidFill>
                <a:latin typeface="Corbel" panose="020B0503020204020204" pitchFamily="34" charset="0"/>
              </a:defRPr>
            </a:lvl9pPr>
          </a:lstStyle>
          <a:p>
            <a:r>
              <a:rPr lang="en-US" sz="3100" b="1" dirty="0">
                <a:solidFill>
                  <a:schemeClr val="bg1"/>
                </a:solidFill>
                <a:latin typeface="Century Gothic"/>
              </a:rPr>
              <a:t>How Do Collaboration and Efficiency Together Predict Team Confidence? </a:t>
            </a:r>
            <a:r>
              <a:rPr lang="en-US" sz="3100" dirty="0">
                <a:solidFill>
                  <a:schemeClr val="bg1"/>
                </a:solidFill>
                <a:latin typeface="Century Gothic"/>
              </a:rPr>
              <a:t>(By teams, n = 6, audio + survey data combined)</a:t>
            </a:r>
          </a:p>
          <a:p>
            <a:pPr marL="1200150" lvl="1" indent="-457200">
              <a:buFont typeface="Arial"/>
              <a:buChar char="•"/>
            </a:pPr>
            <a:r>
              <a:rPr lang="en-US" sz="3100" dirty="0">
                <a:solidFill>
                  <a:schemeClr val="bg1"/>
                </a:solidFill>
                <a:latin typeface="Century Gothic"/>
              </a:rPr>
              <a:t>Multiple regression was conducted to predict Team Confidence from Team Collaboration and Team Efficiency.</a:t>
            </a:r>
          </a:p>
          <a:p>
            <a:pPr marL="1200150" lvl="1" indent="-457200">
              <a:buFont typeface="Arial"/>
              <a:buChar char="•"/>
            </a:pPr>
            <a:r>
              <a:rPr lang="en-US" sz="3100" dirty="0">
                <a:solidFill>
                  <a:schemeClr val="bg1"/>
                </a:solidFill>
                <a:latin typeface="Century Gothic"/>
              </a:rPr>
              <a:t>The regression model was statistically significant, </a:t>
            </a:r>
            <a:r>
              <a:rPr lang="en-US" sz="3100" i="1" dirty="0">
                <a:solidFill>
                  <a:schemeClr val="bg1"/>
                </a:solidFill>
                <a:latin typeface="Century Gothic"/>
              </a:rPr>
              <a:t>F</a:t>
            </a:r>
            <a:r>
              <a:rPr lang="en-US" sz="3100" dirty="0">
                <a:solidFill>
                  <a:schemeClr val="bg1"/>
                </a:solidFill>
                <a:latin typeface="Century Gothic"/>
              </a:rPr>
              <a:t>(2,3) = 9.92, </a:t>
            </a:r>
            <a:r>
              <a:rPr lang="en-US" sz="3100" i="1" dirty="0">
                <a:solidFill>
                  <a:schemeClr val="bg1"/>
                </a:solidFill>
                <a:latin typeface="Century Gothic"/>
              </a:rPr>
              <a:t>p</a:t>
            </a:r>
            <a:r>
              <a:rPr lang="en-US" sz="3100" dirty="0">
                <a:solidFill>
                  <a:schemeClr val="bg1"/>
                </a:solidFill>
                <a:latin typeface="Century Gothic"/>
              </a:rPr>
              <a:t> = 0.045,</a:t>
            </a:r>
            <a:r>
              <a:rPr lang="en-US" sz="3100" i="1" dirty="0">
                <a:solidFill>
                  <a:schemeClr val="bg1"/>
                </a:solidFill>
                <a:latin typeface="Century Gothic"/>
              </a:rPr>
              <a:t> R²</a:t>
            </a:r>
            <a:r>
              <a:rPr lang="en-US" sz="3100" dirty="0">
                <a:solidFill>
                  <a:schemeClr val="bg1"/>
                </a:solidFill>
                <a:latin typeface="Century Gothic"/>
              </a:rPr>
              <a:t> = 0.87, explaining 87% of the variance in team confidence.</a:t>
            </a:r>
          </a:p>
          <a:p>
            <a:pPr marL="1200150" lvl="1" indent="-457200">
              <a:buFont typeface="Arial"/>
              <a:buChar char="•"/>
            </a:pPr>
            <a:r>
              <a:rPr lang="en-US" sz="3100" dirty="0">
                <a:solidFill>
                  <a:schemeClr val="bg1"/>
                </a:solidFill>
                <a:latin typeface="Century Gothic"/>
              </a:rPr>
              <a:t>In the regression model, Collaboration statistically predicted Confidence (</a:t>
            </a:r>
            <a:r>
              <a:rPr lang="en-US" sz="3100" i="1" dirty="0">
                <a:solidFill>
                  <a:schemeClr val="bg1"/>
                </a:solidFill>
                <a:latin typeface="Century Gothic"/>
              </a:rPr>
              <a:t>β </a:t>
            </a:r>
            <a:r>
              <a:rPr lang="en-US" sz="3100" dirty="0">
                <a:solidFill>
                  <a:schemeClr val="bg1"/>
                </a:solidFill>
                <a:latin typeface="Century Gothic"/>
              </a:rPr>
              <a:t>= 0.72, </a:t>
            </a:r>
            <a:r>
              <a:rPr lang="en-US" sz="3100" i="1" dirty="0">
                <a:solidFill>
                  <a:schemeClr val="bg1"/>
                </a:solidFill>
                <a:latin typeface="Century Gothic"/>
              </a:rPr>
              <a:t>t</a:t>
            </a:r>
            <a:r>
              <a:rPr lang="en-US" sz="3100" dirty="0">
                <a:solidFill>
                  <a:schemeClr val="bg1"/>
                </a:solidFill>
                <a:latin typeface="Century Gothic"/>
              </a:rPr>
              <a:t>(3) = 3.84, </a:t>
            </a:r>
            <a:r>
              <a:rPr lang="en-US" sz="3100" i="1" dirty="0">
                <a:solidFill>
                  <a:schemeClr val="bg1"/>
                </a:solidFill>
                <a:latin typeface="Century Gothic"/>
              </a:rPr>
              <a:t>p </a:t>
            </a:r>
            <a:r>
              <a:rPr lang="en-US" sz="3100" dirty="0">
                <a:solidFill>
                  <a:schemeClr val="bg1"/>
                </a:solidFill>
                <a:latin typeface="Century Gothic"/>
              </a:rPr>
              <a:t>= 0.03).</a:t>
            </a:r>
          </a:p>
          <a:p>
            <a:pPr marL="1200150" lvl="1" indent="-457200">
              <a:buFont typeface="Arial"/>
              <a:buChar char="•"/>
            </a:pPr>
            <a:r>
              <a:rPr lang="en-US" sz="3100" dirty="0">
                <a:solidFill>
                  <a:schemeClr val="bg1"/>
                </a:solidFill>
                <a:latin typeface="Century Gothic"/>
              </a:rPr>
              <a:t>Efficiency showed a positive relationship but was not statistically significant in the regression model (</a:t>
            </a:r>
            <a:r>
              <a:rPr lang="en-US" sz="3100" i="1" dirty="0">
                <a:solidFill>
                  <a:schemeClr val="bg1"/>
                </a:solidFill>
                <a:latin typeface="Century Gothic"/>
              </a:rPr>
              <a:t>β </a:t>
            </a:r>
            <a:r>
              <a:rPr lang="en-US" sz="3100" dirty="0">
                <a:solidFill>
                  <a:schemeClr val="bg1"/>
                </a:solidFill>
                <a:latin typeface="Century Gothic"/>
              </a:rPr>
              <a:t>= 0.21, </a:t>
            </a:r>
            <a:r>
              <a:rPr lang="en-US" sz="3100" i="1" dirty="0">
                <a:solidFill>
                  <a:schemeClr val="bg1"/>
                </a:solidFill>
                <a:latin typeface="Century Gothic"/>
              </a:rPr>
              <a:t>t</a:t>
            </a:r>
            <a:r>
              <a:rPr lang="en-US" sz="3100" dirty="0">
                <a:solidFill>
                  <a:schemeClr val="bg1"/>
                </a:solidFill>
                <a:latin typeface="Century Gothic"/>
              </a:rPr>
              <a:t>(3) = 0.98, </a:t>
            </a:r>
            <a:r>
              <a:rPr lang="en-US" sz="3100" i="1" dirty="0">
                <a:solidFill>
                  <a:schemeClr val="bg1"/>
                </a:solidFill>
                <a:latin typeface="Century Gothic"/>
              </a:rPr>
              <a:t>p </a:t>
            </a:r>
            <a:r>
              <a:rPr lang="en-US" sz="3100" dirty="0">
                <a:solidFill>
                  <a:schemeClr val="bg1"/>
                </a:solidFill>
                <a:latin typeface="Century Gothic"/>
              </a:rPr>
              <a:t>= 0.39).</a:t>
            </a:r>
          </a:p>
          <a:p>
            <a:r>
              <a:rPr lang="en-US" sz="3100" b="1" dirty="0">
                <a:solidFill>
                  <a:schemeClr val="bg1"/>
                </a:solidFill>
                <a:latin typeface="Century Gothic"/>
              </a:rPr>
              <a:t>Correlations (reported after regression):</a:t>
            </a:r>
            <a:endParaRPr lang="en-US" sz="3100" dirty="0">
              <a:solidFill>
                <a:schemeClr val="bg1"/>
              </a:solidFill>
              <a:latin typeface="Century Gothic"/>
            </a:endParaRPr>
          </a:p>
          <a:p>
            <a:pPr marL="1200150" lvl="1" indent="-457200">
              <a:buFont typeface="Arial"/>
              <a:buChar char="•"/>
            </a:pPr>
            <a:r>
              <a:rPr lang="en-US" sz="3100" i="1" dirty="0">
                <a:solidFill>
                  <a:schemeClr val="bg1"/>
                </a:solidFill>
                <a:latin typeface="Century Gothic"/>
              </a:rPr>
              <a:t>r </a:t>
            </a:r>
            <a:r>
              <a:rPr lang="en-US" sz="3100" dirty="0">
                <a:solidFill>
                  <a:schemeClr val="bg1"/>
                </a:solidFill>
                <a:latin typeface="Century Gothic"/>
              </a:rPr>
              <a:t>= 0.847, </a:t>
            </a:r>
            <a:r>
              <a:rPr lang="en-US" sz="3100" i="1" dirty="0">
                <a:solidFill>
                  <a:schemeClr val="bg1"/>
                </a:solidFill>
                <a:latin typeface="Century Gothic"/>
              </a:rPr>
              <a:t>p </a:t>
            </a:r>
            <a:r>
              <a:rPr lang="en-US" sz="3100" dirty="0">
                <a:solidFill>
                  <a:schemeClr val="bg1"/>
                </a:solidFill>
                <a:latin typeface="Century Gothic"/>
              </a:rPr>
              <a:t>= 0.034 → Collaboration × Confidence</a:t>
            </a:r>
          </a:p>
          <a:p>
            <a:pPr marL="1200150" lvl="1" indent="-457200">
              <a:buFont typeface="Arial"/>
              <a:buChar char="•"/>
            </a:pPr>
            <a:r>
              <a:rPr lang="en-US" sz="3100" i="1" dirty="0">
                <a:solidFill>
                  <a:schemeClr val="bg1"/>
                </a:solidFill>
                <a:latin typeface="Century Gothic"/>
              </a:rPr>
              <a:t>r </a:t>
            </a:r>
            <a:r>
              <a:rPr lang="en-US" sz="3100" dirty="0">
                <a:solidFill>
                  <a:schemeClr val="bg1"/>
                </a:solidFill>
                <a:latin typeface="Century Gothic"/>
              </a:rPr>
              <a:t>= 0.320, </a:t>
            </a:r>
            <a:r>
              <a:rPr lang="en-US" sz="3100" i="1" dirty="0">
                <a:solidFill>
                  <a:schemeClr val="bg1"/>
                </a:solidFill>
                <a:latin typeface="Century Gothic"/>
              </a:rPr>
              <a:t>p </a:t>
            </a:r>
            <a:r>
              <a:rPr lang="en-US" sz="3100" dirty="0">
                <a:solidFill>
                  <a:schemeClr val="bg1"/>
                </a:solidFill>
                <a:latin typeface="Century Gothic"/>
              </a:rPr>
              <a:t>= 0.538 → Efficiency × Confidence</a:t>
            </a:r>
          </a:p>
          <a:p>
            <a:r>
              <a:rPr lang="en-US" sz="3100" b="1" dirty="0">
                <a:solidFill>
                  <a:schemeClr val="bg1"/>
                </a:solidFill>
                <a:latin typeface="Century Gothic"/>
              </a:rPr>
              <a:t>Interpretation:</a:t>
            </a:r>
            <a:r>
              <a:rPr lang="en-US" sz="3100" dirty="0">
                <a:solidFill>
                  <a:schemeClr val="bg1"/>
                </a:solidFill>
                <a:latin typeface="Century Gothic"/>
              </a:rPr>
              <a:t> Team collaboration is a very strong predictor of self-reported confidence, combining survey perception with audio efficiency yields strong explanatory power, though the team sample is small.</a:t>
            </a:r>
          </a:p>
          <a:p>
            <a:endParaRPr lang="en-US" sz="3100" dirty="0">
              <a:solidFill>
                <a:schemeClr val="bg1"/>
              </a:solidFill>
              <a:latin typeface="Century Gothic"/>
              <a:cs typeface="Tahoma"/>
            </a:endParaRPr>
          </a:p>
        </p:txBody>
      </p:sp>
      <p:sp>
        <p:nvSpPr>
          <p:cNvPr id="2" name="AutoShape 42">
            <a:extLst>
              <a:ext uri="{FF2B5EF4-FFF2-40B4-BE49-F238E27FC236}">
                <a16:creationId xmlns:a16="http://schemas.microsoft.com/office/drawing/2014/main" id="{DAC968FC-BD0B-CB56-45A1-B8634E566805}"/>
              </a:ext>
            </a:extLst>
          </p:cNvPr>
          <p:cNvSpPr>
            <a:spLocks noChangeArrowheads="1"/>
          </p:cNvSpPr>
          <p:nvPr/>
        </p:nvSpPr>
        <p:spPr bwMode="auto">
          <a:xfrm>
            <a:off x="33986618" y="26582891"/>
            <a:ext cx="9144000" cy="1143000"/>
          </a:xfrm>
          <a:prstGeom prst="roundRect">
            <a:avLst>
              <a:gd name="adj" fmla="val 16667"/>
            </a:avLst>
          </a:pr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defPPr>
              <a:defRPr lang="en-US"/>
            </a:defPPr>
            <a:lvl1pPr algn="l" defTabSz="457200" rtl="0" eaLnBrk="0" fontAlgn="base"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1pPr>
            <a:lvl2pPr marL="742950" indent="-285750" algn="l" defTabSz="457200" rtl="0" eaLnBrk="0" fontAlgn="base"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2pPr>
            <a:lvl3pPr marL="1143000" indent="-228600" algn="l" defTabSz="457200" rtl="0" eaLnBrk="0" fontAlgn="base"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3pPr>
            <a:lvl4pPr marL="1600200" indent="-228600" algn="l" defTabSz="457200" rtl="0" eaLnBrk="0" fontAlgn="base"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4pPr>
            <a:lvl5pPr marL="2057400" indent="-228600" algn="l" defTabSz="457200" rtl="0" eaLnBrk="0" fontAlgn="base"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5pPr>
            <a:lvl6pPr marL="2514600" indent="-228600" algn="l" defTabSz="4387850" rtl="0" eaLnBrk="0" fontAlgn="base" latinLnBrk="0"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6pPr>
            <a:lvl7pPr marL="2971800" indent="-228600" algn="l" defTabSz="4387850" rtl="0" eaLnBrk="0" fontAlgn="base" latinLnBrk="0"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7pPr>
            <a:lvl8pPr marL="3429000" indent="-228600" algn="l" defTabSz="4387850" rtl="0" eaLnBrk="0" fontAlgn="base" latinLnBrk="0"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8pPr>
            <a:lvl9pPr marL="3886200" indent="-228600" algn="l" defTabSz="4387850" rtl="0" eaLnBrk="0" fontAlgn="base" latinLnBrk="0" hangingPunct="0">
              <a:spcBef>
                <a:spcPct val="0"/>
              </a:spcBef>
              <a:spcAft>
                <a:spcPct val="0"/>
              </a:spcAft>
              <a:defRPr sz="8600" kern="1200">
                <a:solidFill>
                  <a:schemeClr val="tx1"/>
                </a:solidFill>
                <a:latin typeface="Calibri" panose="020F0502020204030204" pitchFamily="34" charset="0"/>
                <a:ea typeface="+mn-ea"/>
                <a:cs typeface="Arial" panose="020B0604020202020204" pitchFamily="34" charset="0"/>
              </a:defRPr>
            </a:lvl9pPr>
          </a:lstStyle>
          <a:p>
            <a:pPr algn="ctr" eaLnBrk="1" fontAlgn="auto" hangingPunct="1">
              <a:spcBef>
                <a:spcPts val="0"/>
              </a:spcBef>
              <a:spcAft>
                <a:spcPts val="0"/>
              </a:spcAft>
              <a:defRPr/>
            </a:pPr>
            <a:r>
              <a:rPr lang="en-US" altLang="en-US" sz="6000" b="1" u="sng" dirty="0">
                <a:solidFill>
                  <a:schemeClr val="bg1"/>
                </a:solidFill>
                <a:latin typeface="Century Gothic"/>
                <a:cs typeface="Times New Roman"/>
              </a:rPr>
              <a:t>REFERENCE</a:t>
            </a:r>
            <a:endParaRPr lang="en-US" altLang="en-US" sz="6000" dirty="0">
              <a:solidFill>
                <a:schemeClr val="bg1"/>
              </a:solidFill>
            </a:endParaRPr>
          </a:p>
        </p:txBody>
      </p:sp>
      <p:sp>
        <p:nvSpPr>
          <p:cNvPr id="7" name="Text Box 85">
            <a:extLst>
              <a:ext uri="{FF2B5EF4-FFF2-40B4-BE49-F238E27FC236}">
                <a16:creationId xmlns:a16="http://schemas.microsoft.com/office/drawing/2014/main" id="{1736EC2B-A4D5-34CE-DB84-3B9B990D440F}"/>
              </a:ext>
            </a:extLst>
          </p:cNvPr>
          <p:cNvSpPr txBox="1">
            <a:spLocks noChangeArrowheads="1"/>
          </p:cNvSpPr>
          <p:nvPr/>
        </p:nvSpPr>
        <p:spPr bwMode="auto">
          <a:xfrm>
            <a:off x="33986618" y="27890507"/>
            <a:ext cx="9144000" cy="1388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lstStyle>
            <a:defPPr>
              <a:defRPr lang="en-US"/>
            </a:defPPr>
            <a:lvl1pPr algn="l" defTabSz="4702175" rtl="0" eaLnBrk="0" fontAlgn="base" hangingPunct="0">
              <a:spcBef>
                <a:spcPct val="0"/>
              </a:spcBef>
              <a:spcAft>
                <a:spcPct val="0"/>
              </a:spcAft>
              <a:defRPr kern="1200">
                <a:solidFill>
                  <a:schemeClr val="tx1"/>
                </a:solidFill>
                <a:latin typeface="Corbel" panose="020B0503020204020204" pitchFamily="34" charset="0"/>
                <a:ea typeface="+mn-ea"/>
                <a:cs typeface="+mn-cs"/>
              </a:defRPr>
            </a:lvl1pPr>
            <a:lvl2pPr marL="742950" indent="-285750" algn="l" defTabSz="4702175" rtl="0" eaLnBrk="0" fontAlgn="base" hangingPunct="0">
              <a:spcBef>
                <a:spcPct val="0"/>
              </a:spcBef>
              <a:spcAft>
                <a:spcPct val="0"/>
              </a:spcAft>
              <a:defRPr kern="1200">
                <a:solidFill>
                  <a:schemeClr val="tx1"/>
                </a:solidFill>
                <a:latin typeface="Corbel" panose="020B0503020204020204" pitchFamily="34" charset="0"/>
                <a:ea typeface="+mn-ea"/>
                <a:cs typeface="+mn-cs"/>
              </a:defRPr>
            </a:lvl2pPr>
            <a:lvl3pPr marL="1143000" indent="-228600" algn="l" defTabSz="4702175" rtl="0" eaLnBrk="0" fontAlgn="base" hangingPunct="0">
              <a:spcBef>
                <a:spcPct val="0"/>
              </a:spcBef>
              <a:spcAft>
                <a:spcPct val="0"/>
              </a:spcAft>
              <a:defRPr kern="1200">
                <a:solidFill>
                  <a:schemeClr val="tx1"/>
                </a:solidFill>
                <a:latin typeface="Corbel" panose="020B0503020204020204" pitchFamily="34" charset="0"/>
                <a:ea typeface="+mn-ea"/>
                <a:cs typeface="+mn-cs"/>
              </a:defRPr>
            </a:lvl3pPr>
            <a:lvl4pPr marL="1600200" indent="-228600" algn="l" defTabSz="4702175" rtl="0" eaLnBrk="0" fontAlgn="base" hangingPunct="0">
              <a:spcBef>
                <a:spcPct val="0"/>
              </a:spcBef>
              <a:spcAft>
                <a:spcPct val="0"/>
              </a:spcAft>
              <a:defRPr kern="1200">
                <a:solidFill>
                  <a:schemeClr val="tx1"/>
                </a:solidFill>
                <a:latin typeface="Corbel" panose="020B0503020204020204" pitchFamily="34" charset="0"/>
                <a:ea typeface="+mn-ea"/>
                <a:cs typeface="+mn-cs"/>
              </a:defRPr>
            </a:lvl4pPr>
            <a:lvl5pPr marL="2057400" indent="-228600" algn="l" defTabSz="4702175" rtl="0" eaLnBrk="0" fontAlgn="base" hangingPunct="0">
              <a:spcBef>
                <a:spcPct val="0"/>
              </a:spcBef>
              <a:spcAft>
                <a:spcPct val="0"/>
              </a:spcAft>
              <a:defRPr kern="1200">
                <a:solidFill>
                  <a:schemeClr val="tx1"/>
                </a:solidFill>
                <a:latin typeface="Corbel" panose="020B0503020204020204" pitchFamily="34" charset="0"/>
                <a:ea typeface="+mn-ea"/>
                <a:cs typeface="+mn-cs"/>
              </a:defRPr>
            </a:lvl5pPr>
            <a:lvl6pPr marL="2514600" indent="-228600" algn="l" defTabSz="4702175" rtl="0" eaLnBrk="0" fontAlgn="base" latinLnBrk="0" hangingPunct="0">
              <a:spcBef>
                <a:spcPct val="0"/>
              </a:spcBef>
              <a:spcAft>
                <a:spcPct val="0"/>
              </a:spcAft>
              <a:defRPr kern="1200">
                <a:solidFill>
                  <a:schemeClr val="tx1"/>
                </a:solidFill>
                <a:latin typeface="Corbel" panose="020B0503020204020204" pitchFamily="34" charset="0"/>
                <a:ea typeface="+mn-ea"/>
                <a:cs typeface="+mn-cs"/>
              </a:defRPr>
            </a:lvl6pPr>
            <a:lvl7pPr marL="2971800" indent="-228600" algn="l" defTabSz="4702175" rtl="0" eaLnBrk="0" fontAlgn="base" latinLnBrk="0" hangingPunct="0">
              <a:spcBef>
                <a:spcPct val="0"/>
              </a:spcBef>
              <a:spcAft>
                <a:spcPct val="0"/>
              </a:spcAft>
              <a:defRPr kern="1200">
                <a:solidFill>
                  <a:schemeClr val="tx1"/>
                </a:solidFill>
                <a:latin typeface="Corbel" panose="020B0503020204020204" pitchFamily="34" charset="0"/>
                <a:ea typeface="+mn-ea"/>
                <a:cs typeface="+mn-cs"/>
              </a:defRPr>
            </a:lvl7pPr>
            <a:lvl8pPr marL="3429000" indent="-228600" algn="l" defTabSz="4702175" rtl="0" eaLnBrk="0" fontAlgn="base" latinLnBrk="0" hangingPunct="0">
              <a:spcBef>
                <a:spcPct val="0"/>
              </a:spcBef>
              <a:spcAft>
                <a:spcPct val="0"/>
              </a:spcAft>
              <a:defRPr kern="1200">
                <a:solidFill>
                  <a:schemeClr val="tx1"/>
                </a:solidFill>
                <a:latin typeface="Corbel" panose="020B0503020204020204" pitchFamily="34" charset="0"/>
                <a:ea typeface="+mn-ea"/>
                <a:cs typeface="+mn-cs"/>
              </a:defRPr>
            </a:lvl8pPr>
            <a:lvl9pPr marL="3886200" indent="-228600" algn="l" defTabSz="4702175" rtl="0" eaLnBrk="0" fontAlgn="base" latinLnBrk="0" hangingPunct="0">
              <a:spcBef>
                <a:spcPct val="0"/>
              </a:spcBef>
              <a:spcAft>
                <a:spcPct val="0"/>
              </a:spcAft>
              <a:defRPr kern="1200">
                <a:solidFill>
                  <a:schemeClr val="tx1"/>
                </a:solidFill>
                <a:latin typeface="Corbel" panose="020B0503020204020204" pitchFamily="34" charset="0"/>
                <a:ea typeface="+mn-ea"/>
                <a:cs typeface="+mn-cs"/>
              </a:defRPr>
            </a:lvl9pPr>
          </a:lstStyle>
          <a:p>
            <a:pPr marL="457200" indent="-457200">
              <a:spcBef>
                <a:spcPts val="50"/>
              </a:spcBef>
              <a:buFont typeface="Arial"/>
              <a:buChar char="•"/>
            </a:pPr>
            <a:r>
              <a:rPr lang="en-US" sz="3100" dirty="0">
                <a:latin typeface="Century Gothic"/>
              </a:rPr>
              <a:t>Lencioni, P. (2002). The Five Dysfunctions of a Team</a:t>
            </a:r>
            <a:endParaRPr lang="en-US" sz="3100" dirty="0"/>
          </a:p>
        </p:txBody>
      </p:sp>
      <p:sp>
        <p:nvSpPr>
          <p:cNvPr id="4" name="TextBox 3">
            <a:extLst>
              <a:ext uri="{FF2B5EF4-FFF2-40B4-BE49-F238E27FC236}">
                <a16:creationId xmlns:a16="http://schemas.microsoft.com/office/drawing/2014/main" id="{1AB17EA5-E1C1-CAB6-19F3-49AA59347F32}"/>
              </a:ext>
            </a:extLst>
          </p:cNvPr>
          <p:cNvSpPr txBox="1"/>
          <p:nvPr/>
        </p:nvSpPr>
        <p:spPr>
          <a:xfrm>
            <a:off x="22754568" y="22777142"/>
            <a:ext cx="99179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100" dirty="0">
                <a:solidFill>
                  <a:schemeClr val="bg1"/>
                </a:solidFill>
                <a:latin typeface="Century Gothic"/>
              </a:rPr>
              <a:t>The bar chart above shows Efficiency, OK Count, and Sentiment for each team. Teams with higher efficiency also displayed higher positive sentiment.</a:t>
            </a:r>
          </a:p>
        </p:txBody>
      </p:sp>
      <p:sp>
        <p:nvSpPr>
          <p:cNvPr id="8" name="TextBox 7">
            <a:extLst>
              <a:ext uri="{FF2B5EF4-FFF2-40B4-BE49-F238E27FC236}">
                <a16:creationId xmlns:a16="http://schemas.microsoft.com/office/drawing/2014/main" id="{7B717561-395B-1678-B2D6-824A90EF3C2D}"/>
              </a:ext>
            </a:extLst>
          </p:cNvPr>
          <p:cNvSpPr txBox="1"/>
          <p:nvPr/>
        </p:nvSpPr>
        <p:spPr>
          <a:xfrm>
            <a:off x="11175747" y="22284699"/>
            <a:ext cx="10663322"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100" dirty="0">
                <a:solidFill>
                  <a:schemeClr val="bg1"/>
                </a:solidFill>
                <a:latin typeface="Century Gothic"/>
              </a:rPr>
              <a:t>The scatter plot above displays Collaboration (X-axis) and Confidence (Y-axis), with a regression line showing the strong positive relationship. Teams with higher collaboration report higher confidence.</a:t>
            </a:r>
          </a:p>
        </p:txBody>
      </p:sp>
      <p:pic>
        <p:nvPicPr>
          <p:cNvPr id="3" name="Picture 2" descr="A line graph with numbers and dots&#10;&#10;AI-generated content may be incorrect.">
            <a:extLst>
              <a:ext uri="{FF2B5EF4-FFF2-40B4-BE49-F238E27FC236}">
                <a16:creationId xmlns:a16="http://schemas.microsoft.com/office/drawing/2014/main" id="{DB442741-F8FB-9FAB-94F9-7723219A581D}"/>
              </a:ext>
            </a:extLst>
          </p:cNvPr>
          <p:cNvPicPr>
            <a:picLocks noChangeAspect="1"/>
          </p:cNvPicPr>
          <p:nvPr/>
        </p:nvPicPr>
        <p:blipFill>
          <a:blip r:embed="rId4"/>
          <a:srcRect l="1317" r="5058" b="1814"/>
          <a:stretch>
            <a:fillRect/>
          </a:stretch>
        </p:blipFill>
        <p:spPr>
          <a:xfrm>
            <a:off x="11175747" y="15296755"/>
            <a:ext cx="11044738" cy="6886795"/>
          </a:xfrm>
          <a:prstGeom prst="rect">
            <a:avLst/>
          </a:prstGeom>
        </p:spPr>
      </p:pic>
      <p:pic>
        <p:nvPicPr>
          <p:cNvPr id="9" name="Picture 8">
            <a:extLst>
              <a:ext uri="{FF2B5EF4-FFF2-40B4-BE49-F238E27FC236}">
                <a16:creationId xmlns:a16="http://schemas.microsoft.com/office/drawing/2014/main" id="{706F8B50-2965-E75A-4D84-CD28FE6BAE05}"/>
              </a:ext>
            </a:extLst>
          </p:cNvPr>
          <p:cNvPicPr>
            <a:picLocks noChangeAspect="1"/>
          </p:cNvPicPr>
          <p:nvPr/>
        </p:nvPicPr>
        <p:blipFill>
          <a:blip r:embed="rId5"/>
          <a:stretch>
            <a:fillRect/>
          </a:stretch>
        </p:blipFill>
        <p:spPr>
          <a:xfrm>
            <a:off x="22956968" y="15296755"/>
            <a:ext cx="9067800" cy="7267575"/>
          </a:xfrm>
          <a:prstGeom prst="rect">
            <a:avLst/>
          </a:prstGeom>
        </p:spPr>
      </p:pic>
      <p:sp>
        <p:nvSpPr>
          <p:cNvPr id="6" name="Rectangle 5">
            <a:extLst>
              <a:ext uri="{FF2B5EF4-FFF2-40B4-BE49-F238E27FC236}">
                <a16:creationId xmlns:a16="http://schemas.microsoft.com/office/drawing/2014/main" id="{7EAF0969-4FBE-B240-FD23-FF3477B7F9A0}"/>
              </a:ext>
            </a:extLst>
          </p:cNvPr>
          <p:cNvSpPr/>
          <p:nvPr/>
        </p:nvSpPr>
        <p:spPr>
          <a:xfrm>
            <a:off x="0" y="5951969"/>
            <a:ext cx="43891200" cy="394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840C778-E497-9B6B-667A-C5E97F52A036}"/>
              </a:ext>
            </a:extLst>
          </p:cNvPr>
          <p:cNvSpPr txBox="1"/>
          <p:nvPr/>
        </p:nvSpPr>
        <p:spPr>
          <a:xfrm>
            <a:off x="5630779" y="4694922"/>
            <a:ext cx="6256421" cy="1289304"/>
          </a:xfrm>
          <a:prstGeom prst="rect">
            <a:avLst/>
          </a:prstGeom>
          <a:noFill/>
        </p:spPr>
        <p:txBody>
          <a:bodyPr wrap="square" rtlCol="0">
            <a:spAutoFit/>
          </a:bodyPr>
          <a:lstStyle/>
          <a:p>
            <a:r>
              <a:rPr lang="en-US" sz="6000" b="1" dirty="0">
                <a:ln w="0"/>
                <a:solidFill>
                  <a:schemeClr val="bg1"/>
                </a:solidFill>
                <a:effectLst>
                  <a:outerShdw blurRad="38100" dist="19050" dir="2700000" algn="tl" rotWithShape="0">
                    <a:schemeClr val="dk1">
                      <a:alpha val="40000"/>
                    </a:schemeClr>
                  </a:outerShdw>
                </a:effectLst>
                <a:latin typeface="Century Gothic"/>
                <a:cs typeface="Times New Roman"/>
              </a:rPr>
              <a:t>Ayoub </a:t>
            </a:r>
            <a:r>
              <a:rPr lang="en-US" sz="6000" b="1" dirty="0" err="1">
                <a:ln w="0"/>
                <a:solidFill>
                  <a:schemeClr val="bg1"/>
                </a:solidFill>
                <a:effectLst>
                  <a:outerShdw blurRad="38100" dist="19050" dir="2700000" algn="tl" rotWithShape="0">
                    <a:schemeClr val="dk1">
                      <a:alpha val="40000"/>
                    </a:schemeClr>
                  </a:outerShdw>
                </a:effectLst>
                <a:latin typeface="Century Gothic"/>
                <a:cs typeface="Times New Roman"/>
              </a:rPr>
              <a:t>Eabidawi</a:t>
            </a:r>
            <a:endParaRPr lang="en-US" sz="6000" dirty="0"/>
          </a:p>
        </p:txBody>
      </p:sp>
      <p:sp>
        <p:nvSpPr>
          <p:cNvPr id="11" name="TextBox 10">
            <a:extLst>
              <a:ext uri="{FF2B5EF4-FFF2-40B4-BE49-F238E27FC236}">
                <a16:creationId xmlns:a16="http://schemas.microsoft.com/office/drawing/2014/main" id="{0BC10A1D-0FD3-7DDF-F4B4-3F926D8A83DE}"/>
              </a:ext>
            </a:extLst>
          </p:cNvPr>
          <p:cNvSpPr txBox="1"/>
          <p:nvPr/>
        </p:nvSpPr>
        <p:spPr>
          <a:xfrm>
            <a:off x="22956968" y="4694922"/>
            <a:ext cx="16722142" cy="1292662"/>
          </a:xfrm>
          <a:prstGeom prst="rect">
            <a:avLst/>
          </a:prstGeom>
          <a:noFill/>
        </p:spPr>
        <p:txBody>
          <a:bodyPr wrap="square" rtlCol="0">
            <a:spAutoFit/>
          </a:bodyPr>
          <a:lstStyle/>
          <a:p>
            <a:r>
              <a:rPr lang="en-US" sz="6000" b="1" dirty="0">
                <a:ln w="0"/>
                <a:solidFill>
                  <a:srgbClr val="FFFFFF"/>
                </a:solidFill>
                <a:effectLst>
                  <a:outerShdw blurRad="38100" dist="19050" dir="2700000" algn="tl" rotWithShape="0">
                    <a:schemeClr val="dk1">
                      <a:alpha val="40000"/>
                    </a:schemeClr>
                  </a:outerShdw>
                </a:effectLst>
                <a:latin typeface="Century Gothic"/>
                <a:cs typeface="Times New Roman"/>
              </a:rPr>
              <a:t>Masters in Applied Security and Analytics</a:t>
            </a:r>
            <a:endParaRPr lang="en-US" sz="6000" dirty="0">
              <a:cs typeface="Times New Roman"/>
            </a:endParaRPr>
          </a:p>
          <a:p>
            <a:endParaRPr lang="en-US" dirty="0"/>
          </a:p>
        </p:txBody>
      </p:sp>
    </p:spTree>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Frame</Template>
  <TotalTime>9</TotalTime>
  <Words>835</Words>
  <Application>Microsoft Office PowerPoint</Application>
  <PresentationFormat>Custom</PresentationFormat>
  <Paragraphs>52</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Calibri</vt:lpstr>
      <vt:lpstr>Century Gothic</vt:lpstr>
      <vt:lpstr>Corbel</vt:lpstr>
      <vt:lpstr>Times New Roman</vt:lpstr>
      <vt:lpstr>Wingdings 2</vt:lpstr>
      <vt:lpstr>Frame</vt:lpstr>
      <vt:lpstr>PowerPoint Presentation</vt:lpstr>
    </vt:vector>
  </TitlesOfParts>
  <Company>Graphicland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 research poster template</dc:title>
  <dc:subject>How To Make A Scientific Poster</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Mary Jo Geise</cp:lastModifiedBy>
  <cp:revision>80</cp:revision>
  <dcterms:created xsi:type="dcterms:W3CDTF">2009-09-18T14:41:34Z</dcterms:created>
  <dcterms:modified xsi:type="dcterms:W3CDTF">2025-12-02T01:16:12Z</dcterms:modified>
  <cp:category>research posters template</cp:category>
</cp:coreProperties>
</file>